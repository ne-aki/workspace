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9" r:id="rId2"/>
    <p:sldId id="291" r:id="rId3"/>
    <p:sldId id="294" r:id="rId4"/>
    <p:sldId id="333" r:id="rId5"/>
    <p:sldId id="295" r:id="rId6"/>
    <p:sldId id="334" r:id="rId7"/>
    <p:sldId id="337" r:id="rId8"/>
    <p:sldId id="338" r:id="rId9"/>
    <p:sldId id="339" r:id="rId10"/>
    <p:sldId id="340" r:id="rId11"/>
    <p:sldId id="335" r:id="rId12"/>
    <p:sldId id="30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howGuides="1">
      <p:cViewPr varScale="1">
        <p:scale>
          <a:sx n="108" d="100"/>
          <a:sy n="108" d="100"/>
        </p:scale>
        <p:origin x="714" y="96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C0D4F4-D202-4046-AC90-B9F2B28A3ACB}" type="doc">
      <dgm:prSet loTypeId="urn:microsoft.com/office/officeart/2009/layout/CircleArrow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FCE2B9B3-5839-4633-9DDC-3F88FD05EB1C}">
      <dgm:prSet phldrT="[텍스트]" custT="1"/>
      <dgm:spPr/>
      <dgm:t>
        <a:bodyPr/>
        <a:lstStyle/>
        <a:p>
          <a:pPr latinLnBrk="1"/>
          <a:r>
            <a:rPr lang="ko-KR" altLang="en-US" sz="1400" dirty="0"/>
            <a:t>문단과 질의간</a:t>
          </a:r>
          <a:endParaRPr lang="en-US" altLang="ko-KR" sz="1400" dirty="0"/>
        </a:p>
        <a:p>
          <a:pPr latinLnBrk="1"/>
          <a:r>
            <a:rPr lang="ko-KR" altLang="en-US" sz="1400" dirty="0"/>
            <a:t> 유사도 측정</a:t>
          </a:r>
          <a:endParaRPr lang="en-US" altLang="ko-KR" sz="1400" dirty="0"/>
        </a:p>
        <a:p>
          <a:pPr latinLnBrk="1"/>
          <a:r>
            <a:rPr lang="en-US" altLang="ko-KR" sz="1400" dirty="0"/>
            <a:t>(</a:t>
          </a:r>
          <a:r>
            <a:rPr lang="ko-KR" altLang="en-US" sz="1400" dirty="0"/>
            <a:t>모델 학습</a:t>
          </a:r>
          <a:r>
            <a:rPr lang="en-US" altLang="ko-KR" sz="1400" dirty="0"/>
            <a:t>)</a:t>
          </a:r>
        </a:p>
      </dgm:t>
    </dgm:pt>
    <dgm:pt modelId="{3352EDB2-1A05-40DB-B30C-CC98DE54BD66}" type="parTrans" cxnId="{C43DB9C8-C4BC-40EA-B856-FDF33A96E9EE}">
      <dgm:prSet/>
      <dgm:spPr/>
      <dgm:t>
        <a:bodyPr/>
        <a:lstStyle/>
        <a:p>
          <a:pPr latinLnBrk="1"/>
          <a:endParaRPr lang="ko-KR" altLang="en-US"/>
        </a:p>
      </dgm:t>
    </dgm:pt>
    <dgm:pt modelId="{F46956F1-8138-4CFE-8639-198587CC3422}" type="sibTrans" cxnId="{C43DB9C8-C4BC-40EA-B856-FDF33A96E9EE}">
      <dgm:prSet/>
      <dgm:spPr/>
      <dgm:t>
        <a:bodyPr/>
        <a:lstStyle/>
        <a:p>
          <a:pPr latinLnBrk="1"/>
          <a:endParaRPr lang="ko-KR" altLang="en-US"/>
        </a:p>
      </dgm:t>
    </dgm:pt>
    <dgm:pt modelId="{36707158-2A7F-4470-8614-D2441D89B8CC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신규 질문 입력</a:t>
          </a:r>
        </a:p>
      </dgm:t>
    </dgm:pt>
    <dgm:pt modelId="{4EFA4F70-896C-4CA5-A09B-466B6E504898}" type="parTrans" cxnId="{96906AC7-7F8B-468C-9BD7-C3DABE97B889}">
      <dgm:prSet/>
      <dgm:spPr/>
      <dgm:t>
        <a:bodyPr/>
        <a:lstStyle/>
        <a:p>
          <a:pPr latinLnBrk="1"/>
          <a:endParaRPr lang="ko-KR" altLang="en-US"/>
        </a:p>
      </dgm:t>
    </dgm:pt>
    <dgm:pt modelId="{91A5F8D8-3FE3-4D01-8378-915C11054DA2}" type="sibTrans" cxnId="{96906AC7-7F8B-468C-9BD7-C3DABE97B889}">
      <dgm:prSet/>
      <dgm:spPr/>
      <dgm:t>
        <a:bodyPr/>
        <a:lstStyle/>
        <a:p>
          <a:pPr latinLnBrk="1"/>
          <a:endParaRPr lang="ko-KR" altLang="en-US"/>
        </a:p>
      </dgm:t>
    </dgm:pt>
    <dgm:pt modelId="{95092794-8EB8-4866-8BC4-19AB699FD825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유사도 측정</a:t>
          </a:r>
          <a:endParaRPr lang="en-US" altLang="ko-KR" sz="1400" dirty="0"/>
        </a:p>
        <a:p>
          <a:pPr latinLnBrk="1"/>
          <a:r>
            <a:rPr lang="en-US" altLang="ko-KR" sz="1400" dirty="0"/>
            <a:t>(</a:t>
          </a:r>
          <a:r>
            <a:rPr lang="ko-KR" altLang="en-US" sz="1400" dirty="0"/>
            <a:t>해당 문단 제시</a:t>
          </a:r>
          <a:r>
            <a:rPr lang="en-US" altLang="ko-KR" sz="1400" dirty="0"/>
            <a:t>)</a:t>
          </a:r>
          <a:endParaRPr lang="ko-KR" altLang="en-US" sz="1400" dirty="0"/>
        </a:p>
      </dgm:t>
    </dgm:pt>
    <dgm:pt modelId="{EFEF8832-0B33-43B0-A1C7-D1A8062E965F}" type="parTrans" cxnId="{5B9A1BD0-C5F3-4E28-98BA-4E08BB81764E}">
      <dgm:prSet/>
      <dgm:spPr/>
      <dgm:t>
        <a:bodyPr/>
        <a:lstStyle/>
        <a:p>
          <a:pPr latinLnBrk="1"/>
          <a:endParaRPr lang="ko-KR" altLang="en-US"/>
        </a:p>
      </dgm:t>
    </dgm:pt>
    <dgm:pt modelId="{99B373BD-ED5E-4E00-B551-F4E545897374}" type="sibTrans" cxnId="{5B9A1BD0-C5F3-4E28-98BA-4E08BB81764E}">
      <dgm:prSet/>
      <dgm:spPr/>
      <dgm:t>
        <a:bodyPr/>
        <a:lstStyle/>
        <a:p>
          <a:pPr latinLnBrk="1"/>
          <a:endParaRPr lang="ko-KR" altLang="en-US"/>
        </a:p>
      </dgm:t>
    </dgm:pt>
    <dgm:pt modelId="{C4CC960A-5D7A-4DB8-8237-ABDAA6AF78B8}" type="pres">
      <dgm:prSet presAssocID="{40C0D4F4-D202-4046-AC90-B9F2B28A3ACB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FDA340C9-AC86-4436-A9B3-206541B62C7F}" type="pres">
      <dgm:prSet presAssocID="{FCE2B9B3-5839-4633-9DDC-3F88FD05EB1C}" presName="Accent1" presStyleCnt="0"/>
      <dgm:spPr/>
    </dgm:pt>
    <dgm:pt modelId="{A7B6F021-9AEB-45D4-9BAE-06BB7CBFD746}" type="pres">
      <dgm:prSet presAssocID="{FCE2B9B3-5839-4633-9DDC-3F88FD05EB1C}" presName="Accent" presStyleLbl="node1" presStyleIdx="0" presStyleCnt="3"/>
      <dgm:spPr/>
    </dgm:pt>
    <dgm:pt modelId="{547C904A-46B4-45FF-8979-DF14C85D56EE}" type="pres">
      <dgm:prSet presAssocID="{FCE2B9B3-5839-4633-9DDC-3F88FD05EB1C}" presName="Parent1" presStyleLbl="revTx" presStyleIdx="0" presStyleCnt="3" custScaleX="283993" custLinFactX="-28566" custLinFactNeighborX="-100000" custLinFactNeighborY="-46532">
        <dgm:presLayoutVars>
          <dgm:chMax val="1"/>
          <dgm:chPref val="1"/>
          <dgm:bulletEnabled val="1"/>
        </dgm:presLayoutVars>
      </dgm:prSet>
      <dgm:spPr/>
    </dgm:pt>
    <dgm:pt modelId="{45920A26-5F2E-4456-A023-EBCE81E761C6}" type="pres">
      <dgm:prSet presAssocID="{36707158-2A7F-4470-8614-D2441D89B8CC}" presName="Accent2" presStyleCnt="0"/>
      <dgm:spPr/>
    </dgm:pt>
    <dgm:pt modelId="{F05EFFE1-642B-473D-B68D-61BCC1B6F565}" type="pres">
      <dgm:prSet presAssocID="{36707158-2A7F-4470-8614-D2441D89B8CC}" presName="Accent" presStyleLbl="node1" presStyleIdx="1" presStyleCnt="3"/>
      <dgm:spPr/>
    </dgm:pt>
    <dgm:pt modelId="{B9307846-3968-4351-B217-FDF007BAED2E}" type="pres">
      <dgm:prSet presAssocID="{36707158-2A7F-4470-8614-D2441D89B8CC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C10C2065-26FA-431E-BD65-750695532E6C}" type="pres">
      <dgm:prSet presAssocID="{95092794-8EB8-4866-8BC4-19AB699FD825}" presName="Accent3" presStyleCnt="0"/>
      <dgm:spPr/>
    </dgm:pt>
    <dgm:pt modelId="{34A81F7B-05B1-4FAA-A8B3-A2B91728F572}" type="pres">
      <dgm:prSet presAssocID="{95092794-8EB8-4866-8BC4-19AB699FD825}" presName="Accent" presStyleLbl="node1" presStyleIdx="2" presStyleCnt="3"/>
      <dgm:spPr/>
    </dgm:pt>
    <dgm:pt modelId="{DDA678BF-1C7B-4ACE-B0E0-9CFC49D0B901}" type="pres">
      <dgm:prSet presAssocID="{95092794-8EB8-4866-8BC4-19AB699FD825}" presName="Parent3" presStyleLbl="revTx" presStyleIdx="2" presStyleCnt="3" custScaleX="214495" custLinFactX="40368" custLinFactNeighborX="100000" custLinFactNeighborY="31880">
        <dgm:presLayoutVars>
          <dgm:chMax val="1"/>
          <dgm:chPref val="1"/>
          <dgm:bulletEnabled val="1"/>
        </dgm:presLayoutVars>
      </dgm:prSet>
      <dgm:spPr/>
    </dgm:pt>
  </dgm:ptLst>
  <dgm:cxnLst>
    <dgm:cxn modelId="{DE151355-14E1-452E-A737-D44F39230893}" type="presOf" srcId="{36707158-2A7F-4470-8614-D2441D89B8CC}" destId="{B9307846-3968-4351-B217-FDF007BAED2E}" srcOrd="0" destOrd="0" presId="urn:microsoft.com/office/officeart/2009/layout/CircleArrowProcess"/>
    <dgm:cxn modelId="{96906AC7-7F8B-468C-9BD7-C3DABE97B889}" srcId="{40C0D4F4-D202-4046-AC90-B9F2B28A3ACB}" destId="{36707158-2A7F-4470-8614-D2441D89B8CC}" srcOrd="1" destOrd="0" parTransId="{4EFA4F70-896C-4CA5-A09B-466B6E504898}" sibTransId="{91A5F8D8-3FE3-4D01-8378-915C11054DA2}"/>
    <dgm:cxn modelId="{C43DB9C8-C4BC-40EA-B856-FDF33A96E9EE}" srcId="{40C0D4F4-D202-4046-AC90-B9F2B28A3ACB}" destId="{FCE2B9B3-5839-4633-9DDC-3F88FD05EB1C}" srcOrd="0" destOrd="0" parTransId="{3352EDB2-1A05-40DB-B30C-CC98DE54BD66}" sibTransId="{F46956F1-8138-4CFE-8639-198587CC3422}"/>
    <dgm:cxn modelId="{5B9A1BD0-C5F3-4E28-98BA-4E08BB81764E}" srcId="{40C0D4F4-D202-4046-AC90-B9F2B28A3ACB}" destId="{95092794-8EB8-4866-8BC4-19AB699FD825}" srcOrd="2" destOrd="0" parTransId="{EFEF8832-0B33-43B0-A1C7-D1A8062E965F}" sibTransId="{99B373BD-ED5E-4E00-B551-F4E545897374}"/>
    <dgm:cxn modelId="{A41C0DDB-9FE0-4BA9-9FF7-35F56BED49CF}" type="presOf" srcId="{40C0D4F4-D202-4046-AC90-B9F2B28A3ACB}" destId="{C4CC960A-5D7A-4DB8-8237-ABDAA6AF78B8}" srcOrd="0" destOrd="0" presId="urn:microsoft.com/office/officeart/2009/layout/CircleArrowProcess"/>
    <dgm:cxn modelId="{2DB76FE0-623A-4CBB-B812-0D199BFBC86A}" type="presOf" srcId="{FCE2B9B3-5839-4633-9DDC-3F88FD05EB1C}" destId="{547C904A-46B4-45FF-8979-DF14C85D56EE}" srcOrd="0" destOrd="0" presId="urn:microsoft.com/office/officeart/2009/layout/CircleArrowProcess"/>
    <dgm:cxn modelId="{019A69F5-93E8-4054-A429-CC05F675103D}" type="presOf" srcId="{95092794-8EB8-4866-8BC4-19AB699FD825}" destId="{DDA678BF-1C7B-4ACE-B0E0-9CFC49D0B901}" srcOrd="0" destOrd="0" presId="urn:microsoft.com/office/officeart/2009/layout/CircleArrowProcess"/>
    <dgm:cxn modelId="{3B011010-047B-4E98-925B-ADC462542974}" type="presParOf" srcId="{C4CC960A-5D7A-4DB8-8237-ABDAA6AF78B8}" destId="{FDA340C9-AC86-4436-A9B3-206541B62C7F}" srcOrd="0" destOrd="0" presId="urn:microsoft.com/office/officeart/2009/layout/CircleArrowProcess"/>
    <dgm:cxn modelId="{1A53849B-35C7-4C24-B8FB-C5FE567044E0}" type="presParOf" srcId="{FDA340C9-AC86-4436-A9B3-206541B62C7F}" destId="{A7B6F021-9AEB-45D4-9BAE-06BB7CBFD746}" srcOrd="0" destOrd="0" presId="urn:microsoft.com/office/officeart/2009/layout/CircleArrowProcess"/>
    <dgm:cxn modelId="{28183D85-2E51-4F49-B39C-48359D75C129}" type="presParOf" srcId="{C4CC960A-5D7A-4DB8-8237-ABDAA6AF78B8}" destId="{547C904A-46B4-45FF-8979-DF14C85D56EE}" srcOrd="1" destOrd="0" presId="urn:microsoft.com/office/officeart/2009/layout/CircleArrowProcess"/>
    <dgm:cxn modelId="{FA106E21-01CA-4E8C-8A7D-746C76396809}" type="presParOf" srcId="{C4CC960A-5D7A-4DB8-8237-ABDAA6AF78B8}" destId="{45920A26-5F2E-4456-A023-EBCE81E761C6}" srcOrd="2" destOrd="0" presId="urn:microsoft.com/office/officeart/2009/layout/CircleArrowProcess"/>
    <dgm:cxn modelId="{7B44915F-0693-4D80-A17E-5707674A99CA}" type="presParOf" srcId="{45920A26-5F2E-4456-A023-EBCE81E761C6}" destId="{F05EFFE1-642B-473D-B68D-61BCC1B6F565}" srcOrd="0" destOrd="0" presId="urn:microsoft.com/office/officeart/2009/layout/CircleArrowProcess"/>
    <dgm:cxn modelId="{CB880C79-394E-4719-9454-6FBABFE16A97}" type="presParOf" srcId="{C4CC960A-5D7A-4DB8-8237-ABDAA6AF78B8}" destId="{B9307846-3968-4351-B217-FDF007BAED2E}" srcOrd="3" destOrd="0" presId="urn:microsoft.com/office/officeart/2009/layout/CircleArrowProcess"/>
    <dgm:cxn modelId="{561555E9-CFF9-4E7D-BAC9-FBABA6DCCDD2}" type="presParOf" srcId="{C4CC960A-5D7A-4DB8-8237-ABDAA6AF78B8}" destId="{C10C2065-26FA-431E-BD65-750695532E6C}" srcOrd="4" destOrd="0" presId="urn:microsoft.com/office/officeart/2009/layout/CircleArrowProcess"/>
    <dgm:cxn modelId="{678BB4B0-24FB-44A5-9EAF-C40D2D6DFB7D}" type="presParOf" srcId="{C10C2065-26FA-431E-BD65-750695532E6C}" destId="{34A81F7B-05B1-4FAA-A8B3-A2B91728F572}" srcOrd="0" destOrd="0" presId="urn:microsoft.com/office/officeart/2009/layout/CircleArrowProcess"/>
    <dgm:cxn modelId="{B2082703-A20E-4012-A52D-5005BFC5F4AC}" type="presParOf" srcId="{C4CC960A-5D7A-4DB8-8237-ABDAA6AF78B8}" destId="{DDA678BF-1C7B-4ACE-B0E0-9CFC49D0B901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B6F021-9AEB-45D4-9BAE-06BB7CBFD746}">
      <dsp:nvSpPr>
        <dsp:cNvPr id="0" name=""/>
        <dsp:cNvSpPr/>
      </dsp:nvSpPr>
      <dsp:spPr>
        <a:xfrm>
          <a:off x="2404255" y="0"/>
          <a:ext cx="1748155" cy="1748421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C904A-46B4-45FF-8979-DF14C85D56EE}">
      <dsp:nvSpPr>
        <dsp:cNvPr id="0" name=""/>
        <dsp:cNvSpPr/>
      </dsp:nvSpPr>
      <dsp:spPr>
        <a:xfrm>
          <a:off x="648075" y="405277"/>
          <a:ext cx="2758754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문단과 질의간</a:t>
          </a:r>
          <a:endParaRPr lang="en-US" altLang="ko-KR" sz="1400" kern="1200" dirty="0"/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 유사도 측정</a:t>
          </a:r>
          <a:endParaRPr lang="en-US" altLang="ko-KR" sz="1400" kern="1200" dirty="0"/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(</a:t>
          </a:r>
          <a:r>
            <a:rPr lang="ko-KR" altLang="en-US" sz="1400" kern="1200" dirty="0"/>
            <a:t>모델 학습</a:t>
          </a:r>
          <a:r>
            <a:rPr lang="en-US" altLang="ko-KR" sz="1400" kern="1200" dirty="0"/>
            <a:t>)</a:t>
          </a:r>
        </a:p>
      </dsp:txBody>
      <dsp:txXfrm>
        <a:off x="648075" y="405277"/>
        <a:ext cx="2758754" cy="485591"/>
      </dsp:txXfrm>
    </dsp:sp>
    <dsp:sp modelId="{F05EFFE1-642B-473D-B68D-61BCC1B6F565}">
      <dsp:nvSpPr>
        <dsp:cNvPr id="0" name=""/>
        <dsp:cNvSpPr/>
      </dsp:nvSpPr>
      <dsp:spPr>
        <a:xfrm>
          <a:off x="1918711" y="1004597"/>
          <a:ext cx="1748155" cy="1748421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07846-3968-4351-B217-FDF007BAED2E}">
      <dsp:nvSpPr>
        <dsp:cNvPr id="0" name=""/>
        <dsp:cNvSpPr/>
      </dsp:nvSpPr>
      <dsp:spPr>
        <a:xfrm>
          <a:off x="2307081" y="1641642"/>
          <a:ext cx="971416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신규 질문 입력</a:t>
          </a:r>
        </a:p>
      </dsp:txBody>
      <dsp:txXfrm>
        <a:off x="2307081" y="1641642"/>
        <a:ext cx="971416" cy="485591"/>
      </dsp:txXfrm>
    </dsp:sp>
    <dsp:sp modelId="{34A81F7B-05B1-4FAA-A8B3-A2B91728F572}">
      <dsp:nvSpPr>
        <dsp:cNvPr id="0" name=""/>
        <dsp:cNvSpPr/>
      </dsp:nvSpPr>
      <dsp:spPr>
        <a:xfrm>
          <a:off x="2528678" y="2129413"/>
          <a:ext cx="1501936" cy="1502538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A678BF-1C7B-4ACE-B0E0-9CFC49D0B901}">
      <dsp:nvSpPr>
        <dsp:cNvPr id="0" name=""/>
        <dsp:cNvSpPr/>
      </dsp:nvSpPr>
      <dsp:spPr>
        <a:xfrm>
          <a:off x="3600400" y="2808310"/>
          <a:ext cx="2083639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유사도 측정</a:t>
          </a:r>
          <a:endParaRPr lang="en-US" altLang="ko-KR" sz="1400" kern="1200" dirty="0"/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(</a:t>
          </a:r>
          <a:r>
            <a:rPr lang="ko-KR" altLang="en-US" sz="1400" kern="1200" dirty="0"/>
            <a:t>해당 문단 제시</a:t>
          </a:r>
          <a:r>
            <a:rPr lang="en-US" altLang="ko-KR" sz="1400" kern="1200" dirty="0"/>
            <a:t>)</a:t>
          </a:r>
          <a:endParaRPr lang="ko-KR" altLang="en-US" sz="1400" kern="1200" dirty="0"/>
        </a:p>
      </dsp:txBody>
      <dsp:txXfrm>
        <a:off x="3600400" y="2808310"/>
        <a:ext cx="2083639" cy="4855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74002-0C6E-4A9E-AC6A-FC4968BB1D5B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11DB28-8233-4193-BA1D-20CD06E7A6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52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간트차트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1DB28-8233-4193-BA1D-20CD06E7A6D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158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E8E3A2E-1BAF-46D3-7BEB-B138289565DE}"/>
              </a:ext>
            </a:extLst>
          </p:cNvPr>
          <p:cNvSpPr/>
          <p:nvPr userDrawn="1"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3F9E-8D1A-CE6F-F02E-4A2C485B307D}"/>
              </a:ext>
            </a:extLst>
          </p:cNvPr>
          <p:cNvSpPr txBox="1"/>
          <p:nvPr userDrawn="1"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2024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년도 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프로젝트평가 훈련기관 신청안내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8DCB8-9B75-7CF9-7713-9B5345DBB23B}"/>
              </a:ext>
            </a:extLst>
          </p:cNvPr>
          <p:cNvSpPr txBox="1"/>
          <p:nvPr userDrawn="1"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r" defTabSz="914400" rtl="0" eaLnBrk="1" latinLnBrk="1" hangingPunct="1"/>
            <a:fld id="{5426B8F6-3B26-4B2F-9C3C-1E76C1EF5307}" type="slidenum">
              <a:rPr lang="ko-KR" altLang="en-US" sz="1000" kern="12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pPr marL="0" algn="r" defTabSz="914400" rtl="0" eaLnBrk="1" latinLnBrk="1" hangingPunct="1"/>
              <a:t>‹#›</a:t>
            </a:fld>
            <a:endParaRPr lang="ko-KR" altLang="en-US" sz="1000" kern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830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3" Type="http://schemas.openxmlformats.org/officeDocument/2006/relationships/image" Target="../media/image2.svg"/><Relationship Id="rId21" Type="http://schemas.openxmlformats.org/officeDocument/2006/relationships/image" Target="../media/image35.sv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5" Type="http://schemas.openxmlformats.org/officeDocument/2006/relationships/image" Target="../media/image29.svg"/><Relationship Id="rId10" Type="http://schemas.openxmlformats.org/officeDocument/2006/relationships/image" Target="../media/image24.png"/><Relationship Id="rId19" Type="http://schemas.openxmlformats.org/officeDocument/2006/relationships/image" Target="../media/image33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7.png"/><Relationship Id="rId18" Type="http://schemas.openxmlformats.org/officeDocument/2006/relationships/image" Target="../media/image2.svg"/><Relationship Id="rId3" Type="http://schemas.openxmlformats.org/officeDocument/2006/relationships/image" Target="../media/image37.svg"/><Relationship Id="rId21" Type="http://schemas.openxmlformats.org/officeDocument/2006/relationships/image" Target="../media/image53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17" Type="http://schemas.openxmlformats.org/officeDocument/2006/relationships/image" Target="../media/image1.png"/><Relationship Id="rId2" Type="http://schemas.openxmlformats.org/officeDocument/2006/relationships/image" Target="../media/image36.png"/><Relationship Id="rId16" Type="http://schemas.openxmlformats.org/officeDocument/2006/relationships/image" Target="../media/image50.svg"/><Relationship Id="rId20" Type="http://schemas.openxmlformats.org/officeDocument/2006/relationships/image" Target="../media/image52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7.svg"/><Relationship Id="rId10" Type="http://schemas.openxmlformats.org/officeDocument/2006/relationships/image" Target="../media/image44.svg"/><Relationship Id="rId19" Type="http://schemas.openxmlformats.org/officeDocument/2006/relationships/image" Target="../media/image51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svg"/><Relationship Id="rId22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13" Type="http://schemas.openxmlformats.org/officeDocument/2006/relationships/image" Target="../media/image60.png"/><Relationship Id="rId18" Type="http://schemas.openxmlformats.org/officeDocument/2006/relationships/image" Target="../media/image65.svg"/><Relationship Id="rId26" Type="http://schemas.openxmlformats.org/officeDocument/2006/relationships/image" Target="../media/image41.png"/><Relationship Id="rId3" Type="http://schemas.openxmlformats.org/officeDocument/2006/relationships/image" Target="../media/image37.svg"/><Relationship Id="rId21" Type="http://schemas.openxmlformats.org/officeDocument/2006/relationships/image" Target="../media/image68.png"/><Relationship Id="rId7" Type="http://schemas.openxmlformats.org/officeDocument/2006/relationships/image" Target="../media/image54.png"/><Relationship Id="rId12" Type="http://schemas.openxmlformats.org/officeDocument/2006/relationships/image" Target="../media/image59.svg"/><Relationship Id="rId17" Type="http://schemas.openxmlformats.org/officeDocument/2006/relationships/image" Target="../media/image64.png"/><Relationship Id="rId25" Type="http://schemas.openxmlformats.org/officeDocument/2006/relationships/image" Target="../media/image7.svg"/><Relationship Id="rId2" Type="http://schemas.openxmlformats.org/officeDocument/2006/relationships/image" Target="../media/image36.png"/><Relationship Id="rId16" Type="http://schemas.openxmlformats.org/officeDocument/2006/relationships/image" Target="../media/image63.svg"/><Relationship Id="rId20" Type="http://schemas.openxmlformats.org/officeDocument/2006/relationships/image" Target="../media/image67.svg"/><Relationship Id="rId29" Type="http://schemas.openxmlformats.org/officeDocument/2006/relationships/image" Target="../media/image71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11" Type="http://schemas.openxmlformats.org/officeDocument/2006/relationships/image" Target="../media/image58.png"/><Relationship Id="rId24" Type="http://schemas.openxmlformats.org/officeDocument/2006/relationships/image" Target="../media/image6.png"/><Relationship Id="rId5" Type="http://schemas.openxmlformats.org/officeDocument/2006/relationships/image" Target="../media/image39.png"/><Relationship Id="rId15" Type="http://schemas.openxmlformats.org/officeDocument/2006/relationships/image" Target="../media/image62.png"/><Relationship Id="rId23" Type="http://schemas.openxmlformats.org/officeDocument/2006/relationships/image" Target="../media/image53.png"/><Relationship Id="rId28" Type="http://schemas.openxmlformats.org/officeDocument/2006/relationships/image" Target="../media/image70.png"/><Relationship Id="rId10" Type="http://schemas.openxmlformats.org/officeDocument/2006/relationships/image" Target="../media/image57.svg"/><Relationship Id="rId19" Type="http://schemas.openxmlformats.org/officeDocument/2006/relationships/image" Target="../media/image66.png"/><Relationship Id="rId4" Type="http://schemas.openxmlformats.org/officeDocument/2006/relationships/image" Target="../media/image38.png"/><Relationship Id="rId9" Type="http://schemas.openxmlformats.org/officeDocument/2006/relationships/image" Target="../media/image56.png"/><Relationship Id="rId14" Type="http://schemas.openxmlformats.org/officeDocument/2006/relationships/image" Target="../media/image61.svg"/><Relationship Id="rId22" Type="http://schemas.openxmlformats.org/officeDocument/2006/relationships/image" Target="../media/image69.svg"/><Relationship Id="rId27" Type="http://schemas.openxmlformats.org/officeDocument/2006/relationships/image" Target="../media/image4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13" Type="http://schemas.openxmlformats.org/officeDocument/2006/relationships/image" Target="../media/image75.png"/><Relationship Id="rId3" Type="http://schemas.openxmlformats.org/officeDocument/2006/relationships/image" Target="../media/image36.png"/><Relationship Id="rId7" Type="http://schemas.openxmlformats.org/officeDocument/2006/relationships/image" Target="../media/image49.png"/><Relationship Id="rId12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3.svg"/><Relationship Id="rId11" Type="http://schemas.openxmlformats.org/officeDocument/2006/relationships/image" Target="../media/image6.png"/><Relationship Id="rId5" Type="http://schemas.openxmlformats.org/officeDocument/2006/relationships/image" Target="../media/image72.png"/><Relationship Id="rId15" Type="http://schemas.openxmlformats.org/officeDocument/2006/relationships/image" Target="../media/image77.png"/><Relationship Id="rId10" Type="http://schemas.openxmlformats.org/officeDocument/2006/relationships/image" Target="../media/image53.png"/><Relationship Id="rId4" Type="http://schemas.openxmlformats.org/officeDocument/2006/relationships/image" Target="../media/image37.svg"/><Relationship Id="rId9" Type="http://schemas.openxmlformats.org/officeDocument/2006/relationships/image" Target="../media/image38.png"/><Relationship Id="rId14" Type="http://schemas.openxmlformats.org/officeDocument/2006/relationships/image" Target="../media/image7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13" Type="http://schemas.openxmlformats.org/officeDocument/2006/relationships/image" Target="../media/image84.png"/><Relationship Id="rId3" Type="http://schemas.openxmlformats.org/officeDocument/2006/relationships/image" Target="../media/image37.svg"/><Relationship Id="rId7" Type="http://schemas.openxmlformats.org/officeDocument/2006/relationships/image" Target="../media/image39.png"/><Relationship Id="rId12" Type="http://schemas.openxmlformats.org/officeDocument/2006/relationships/image" Target="../media/image33.svg"/><Relationship Id="rId17" Type="http://schemas.openxmlformats.org/officeDocument/2006/relationships/image" Target="../media/image7.svg"/><Relationship Id="rId2" Type="http://schemas.openxmlformats.org/officeDocument/2006/relationships/image" Target="../media/image36.png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image" Target="../media/image32.png"/><Relationship Id="rId5" Type="http://schemas.openxmlformats.org/officeDocument/2006/relationships/image" Target="../media/image80.svg"/><Relationship Id="rId15" Type="http://schemas.openxmlformats.org/officeDocument/2006/relationships/image" Target="../media/image53.png"/><Relationship Id="rId10" Type="http://schemas.openxmlformats.org/officeDocument/2006/relationships/image" Target="../media/image83.svg"/><Relationship Id="rId4" Type="http://schemas.openxmlformats.org/officeDocument/2006/relationships/image" Target="../media/image79.png"/><Relationship Id="rId9" Type="http://schemas.openxmlformats.org/officeDocument/2006/relationships/image" Target="../media/image82.png"/><Relationship Id="rId14" Type="http://schemas.openxmlformats.org/officeDocument/2006/relationships/image" Target="../media/image8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37.svg"/><Relationship Id="rId7" Type="http://schemas.openxmlformats.org/officeDocument/2006/relationships/image" Target="../media/image7.svg"/><Relationship Id="rId12" Type="http://schemas.openxmlformats.org/officeDocument/2006/relationships/image" Target="../media/image9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89.png"/><Relationship Id="rId5" Type="http://schemas.openxmlformats.org/officeDocument/2006/relationships/image" Target="../media/image53.png"/><Relationship Id="rId10" Type="http://schemas.openxmlformats.org/officeDocument/2006/relationships/image" Target="../media/image88.png"/><Relationship Id="rId4" Type="http://schemas.openxmlformats.org/officeDocument/2006/relationships/image" Target="../media/image38.png"/><Relationship Id="rId9" Type="http://schemas.openxmlformats.org/officeDocument/2006/relationships/image" Target="../media/image8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37.svg"/><Relationship Id="rId7" Type="http://schemas.openxmlformats.org/officeDocument/2006/relationships/image" Target="../media/image7.svg"/><Relationship Id="rId12" Type="http://schemas.microsoft.com/office/2007/relationships/diagramDrawing" Target="../diagrams/drawing1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53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38.png"/><Relationship Id="rId9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37.svg"/><Relationship Id="rId7" Type="http://schemas.openxmlformats.org/officeDocument/2006/relationships/image" Target="../media/image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9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37.svg"/><Relationship Id="rId7" Type="http://schemas.openxmlformats.org/officeDocument/2006/relationships/image" Target="../media/image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9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3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7.svg"/><Relationship Id="rId3" Type="http://schemas.openxmlformats.org/officeDocument/2006/relationships/image" Target="../media/image37.svg"/><Relationship Id="rId7" Type="http://schemas.openxmlformats.org/officeDocument/2006/relationships/image" Target="../media/image98.svg"/><Relationship Id="rId12" Type="http://schemas.openxmlformats.org/officeDocument/2006/relationships/image" Target="../media/image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7.png"/><Relationship Id="rId11" Type="http://schemas.openxmlformats.org/officeDocument/2006/relationships/image" Target="../media/image53.png"/><Relationship Id="rId5" Type="http://schemas.openxmlformats.org/officeDocument/2006/relationships/image" Target="../media/image96.svg"/><Relationship Id="rId10" Type="http://schemas.openxmlformats.org/officeDocument/2006/relationships/image" Target="../media/image100.svg"/><Relationship Id="rId4" Type="http://schemas.openxmlformats.org/officeDocument/2006/relationships/image" Target="../media/image95.png"/><Relationship Id="rId9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4367809" y="1370504"/>
            <a:ext cx="7115886" cy="2101227"/>
            <a:chOff x="6747213" y="1370504"/>
            <a:chExt cx="4736481" cy="210122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그린컴퓨터아카데미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4736481" cy="1661993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36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React-Native </a:t>
              </a:r>
              <a:r>
                <a:rPr lang="ko-KR" altLang="en-US" sz="36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기반 </a:t>
              </a:r>
              <a:r>
                <a:rPr lang="ko-KR" altLang="en-US" sz="36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스마트축사</a:t>
              </a:r>
              <a:r>
                <a:rPr lang="ko-KR" altLang="en-US" sz="36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en-US" altLang="ko-KR" sz="36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IoT </a:t>
              </a:r>
              <a:r>
                <a:rPr lang="ko-KR" altLang="en-US" sz="36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기기 연동 및 가축 구매</a:t>
              </a:r>
              <a:r>
                <a:rPr lang="en-US" altLang="ko-KR" sz="36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/</a:t>
              </a:r>
              <a:r>
                <a:rPr lang="ko-KR" altLang="en-US" sz="36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판매몰</a:t>
              </a:r>
              <a:r>
                <a:rPr lang="ko-KR" altLang="en-US" sz="36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en-US" altLang="ko-KR" sz="36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Application </a:t>
              </a:r>
              <a:r>
                <a:rPr lang="ko-KR" altLang="en-US" sz="36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구축</a:t>
              </a:r>
              <a:endParaRPr lang="ko-KR" altLang="en-US" sz="3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47213" y="4126967"/>
            <a:ext cx="5222342" cy="1102233"/>
            <a:chOff x="6768048" y="3882051"/>
            <a:chExt cx="5222342" cy="1102233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Farm_hub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농지크래프트</a:t>
              </a:r>
              <a:endPara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김현수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이근형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정찬휘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장지원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3388"/>
            <a:ext cx="12192000" cy="68580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110" y="2376079"/>
            <a:ext cx="4444751" cy="584775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74776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C425D4-6E83-E94D-6C6B-194A0473AC84}"/>
              </a:ext>
            </a:extLst>
          </p:cNvPr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FF09DF-8F34-A520-554E-5E8D5B8B64FC}"/>
                </a:ext>
              </a:extLst>
            </p:cNvPr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31F813-66E5-6D7E-A2E8-9D595F7C4B3C}"/>
                </a:ext>
              </a:extLst>
            </p:cNvPr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5427" y="4554169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래픽 16">
            <a:extLst>
              <a:ext uri="{FF2B5EF4-FFF2-40B4-BE49-F238E27FC236}">
                <a16:creationId xmlns:a16="http://schemas.microsoft.com/office/drawing/2014/main" id="{5D7D92DC-AA5F-DB8A-4577-CE6DDC763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18F8096-D17C-15A7-34ED-DD08BC50AA49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168CD54-D633-5776-71CD-FD7897E3EC30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 </a:t>
              </a:r>
            </a:p>
          </p:txBody>
        </p:sp>
        <p:sp>
          <p:nvSpPr>
            <p:cNvPr id="30" name="그래픽 43">
              <a:extLst>
                <a:ext uri="{FF2B5EF4-FFF2-40B4-BE49-F238E27FC236}">
                  <a16:creationId xmlns:a16="http://schemas.microsoft.com/office/drawing/2014/main" id="{3A85AD0A-F31C-CE36-E2E5-7C20DEA387EC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90202" y="3164584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272352">
            <a:off x="386995" y="5443343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672484" y="2240918"/>
            <a:ext cx="149373" cy="14937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6CAEA-D42C-8C82-E16B-734CD805394A}"/>
              </a:ext>
            </a:extLst>
          </p:cNvPr>
          <p:cNvGrpSpPr/>
          <p:nvPr/>
        </p:nvGrpSpPr>
        <p:grpSpPr>
          <a:xfrm>
            <a:off x="7339013" y="2373418"/>
            <a:ext cx="2122307" cy="3803725"/>
            <a:chOff x="7348911" y="2373418"/>
            <a:chExt cx="2122307" cy="38037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1E00A0C-E033-E8EB-4A85-EABC364FE2F4}"/>
                </a:ext>
              </a:extLst>
            </p:cNvPr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AD146179-C1F1-3711-0B2A-B9627695808E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B042380-0F27-357E-BDB8-039E536A1A5F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BCA0D17-CB83-60D4-6F44-E62408BFE773}"/>
                </a:ext>
              </a:extLst>
            </p:cNvPr>
            <p:cNvGrpSpPr/>
            <p:nvPr/>
          </p:nvGrpSpPr>
          <p:grpSpPr>
            <a:xfrm>
              <a:off x="8203202" y="2373418"/>
              <a:ext cx="408282" cy="351966"/>
              <a:chOff x="450324" y="2128945"/>
              <a:chExt cx="889526" cy="766832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id="{88D704B2-061D-BCA3-26C9-FF5A1B078C7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47BD1-FC8C-AF26-C281-E98B0339386D}"/>
                </a:ext>
              </a:extLst>
            </p:cNvPr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1899" y="2373418"/>
            <a:ext cx="2122308" cy="3803725"/>
            <a:chOff x="501797" y="2373418"/>
            <a:chExt cx="2122308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 및 선정 배경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316C95-1060-3E2B-12CF-65A95B12E668}"/>
                </a:ext>
              </a:extLst>
            </p:cNvPr>
            <p:cNvSpPr txBox="1"/>
            <p:nvPr/>
          </p:nvSpPr>
          <p:spPr>
            <a:xfrm>
              <a:off x="501797" y="4453027"/>
              <a:ext cx="2122307" cy="9048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주제의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특화 포인트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기존 유사 서비스와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차별화된 내용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제시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728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74271" y="2373418"/>
            <a:ext cx="2122307" cy="3803725"/>
            <a:chOff x="2784169" y="2373418"/>
            <a:chExt cx="2122307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구현 내용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컨셉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훈련내용과의 연관성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포함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5054374" y="2373418"/>
            <a:ext cx="2124575" cy="3803725"/>
            <a:chOff x="5064272" y="2373418"/>
            <a:chExt cx="2124575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89313C-4C2B-5EE0-C9F0-90127689E2F1}"/>
                </a:ext>
              </a:extLst>
            </p:cNvPr>
            <p:cNvSpPr txBox="1"/>
            <p:nvPr/>
          </p:nvSpPr>
          <p:spPr>
            <a:xfrm>
              <a:off x="5275573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 장비 및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재료</a:t>
              </a:r>
              <a:endPara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B80E50D-4435-40D3-6132-B95A7BAC651C}"/>
                </a:ext>
              </a:extLst>
            </p:cNvPr>
            <p:cNvSpPr txBox="1"/>
            <p:nvPr/>
          </p:nvSpPr>
          <p:spPr>
            <a:xfrm>
              <a:off x="5064272" y="4453027"/>
              <a:ext cx="2122307" cy="278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개발환경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03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16850" y="2373418"/>
            <a:ext cx="2126842" cy="3803725"/>
            <a:chOff x="9626748" y="2373418"/>
            <a:chExt cx="2126842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활용방안 및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7F30DB-0C46-D738-9EDC-BA98CB38FF11}"/>
                </a:ext>
              </a:extLst>
            </p:cNvPr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산출물의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효용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효과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)/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비즈니스 실무 활용성 제시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83679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28" name="_x278651016" descr="EMB0000378c3f3d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CB80E50D-4435-40D3-6132-B95A7BAC651C}"/>
              </a:ext>
            </a:extLst>
          </p:cNvPr>
          <p:cNvSpPr txBox="1"/>
          <p:nvPr/>
        </p:nvSpPr>
        <p:spPr>
          <a:xfrm>
            <a:off x="7358069" y="4437112"/>
            <a:ext cx="2122307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목적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진행 일정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구체적인 실행 내역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등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해당 프로젝트를 진행하면서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 별로 주도적으로 참여한 부분을 중심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BDFBBF1-E84A-9DDF-73E2-960C99C4BAB5}"/>
              </a:ext>
            </a:extLst>
          </p:cNvPr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E5DD20A-D98D-477C-D6C5-F50C33B663C9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67EBB8-F256-651E-8870-1A2D77D8249A}"/>
                </a:ext>
              </a:extLst>
            </p:cNvPr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운영 중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지원내역도 간략하게 작성</a:t>
              </a:r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42980"/>
              </p:ext>
            </p:extLst>
          </p:nvPr>
        </p:nvGraphicFramePr>
        <p:xfrm>
          <a:off x="524528" y="2721878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  <a:endParaRPr lang="en-US" altLang="ko-KR" sz="1600" b="1" i="0" kern="120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 정제 및 정규화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모바일 서비스 테스팅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53" name="그래픽 152">
              <a:extLst>
                <a:ext uri="{FF2B5EF4-FFF2-40B4-BE49-F238E27FC236}">
                  <a16:creationId xmlns:a16="http://schemas.microsoft.com/office/drawing/2014/main" id="{174C7E6C-425A-20A4-A214-6EC75734B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</p:spPr>
        </p:pic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227B33D-FA37-7FD5-4D04-ACA8DC6D3ADC}"/>
              </a:ext>
            </a:extLst>
          </p:cNvPr>
          <p:cNvSpPr txBox="1"/>
          <p:nvPr/>
        </p:nvSpPr>
        <p:spPr>
          <a:xfrm>
            <a:off x="5023036" y="4278107"/>
            <a:ext cx="1866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 플랫폼 구현</a:t>
            </a:r>
            <a:endParaRPr lang="en-US" altLang="ko-KR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3097" y="4335700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서비스 시스템 설계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id="{868BBF98-12BA-9238-1643-BF7C1BA2E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텍스트 마이닝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외부 데이터 수집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주제 선정 피드백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 질의응답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" name="_x278651016" descr="EMB0000378c3f3d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프로젝트의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사전 기획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수행 및 완료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과정으로 나누어서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F776B-9A28-263D-E9C4-5AC5D2B67486}"/>
              </a:ext>
            </a:extLst>
          </p:cNvPr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수행 절차를 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도식화하여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제시하거나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더 효과적으로 전달하는 방법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등이 있다면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수정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하여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작성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가능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기획 단계에서 도출된 주제와 아이디어를 기반으로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실제 프로젝트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수행한 세부적인 기간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활동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내용 작성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EE369A2-7FC3-B36D-85AB-2C2AFAC93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977973"/>
              </p:ext>
            </p:extLst>
          </p:nvPr>
        </p:nvGraphicFramePr>
        <p:xfrm>
          <a:off x="524528" y="2832100"/>
          <a:ext cx="11218265" cy="3556000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382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사전 기획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수집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협약기업 데이터 협조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전처리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모델링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팀별 중간보고 실시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구축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최적화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프로젝트 기획 및 주제 선정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기획안 작성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필요 데이터  및 수집 절차 정의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7383738" y="3841157"/>
            <a:ext cx="1858457" cy="326913"/>
            <a:chOff x="7383738" y="3841157"/>
            <a:chExt cx="1858457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7383738" y="3841157"/>
              <a:ext cx="1858457" cy="326913"/>
              <a:chOff x="4665552" y="3307757"/>
              <a:chExt cx="1858457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8" y="3340188"/>
                <a:ext cx="150535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외부 </a:t>
                </a: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 </a:t>
                </a: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수집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 정제 및 정규화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모형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id="{085CAA8B-560C-951E-7A12-FF6ED0E82B0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BA64813E-02E1-AB0E-776B-F41AF9BB336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36BC604-1341-255F-4D68-038320EDB4D1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서비스 시스템 설계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01B09901-6B22-2819-F326-A2CC1AA6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CE4D7620-95B3-3AFE-FF16-14EA352FDE4C}"/>
                    </a:ext>
                  </a:extLst>
                </p:cNvPr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D4AF9CA9-195E-A7C9-670D-7BCD3B05EC8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AE65555-DE71-51FC-E0CD-0ACA6582EEE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플랫폼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D020AD65-5473-489B-22AE-45FCA857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+mj-ea"/>
                  <a:ea typeface="+mj-ea"/>
                </a:rPr>
                <a:t>프로젝트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결과물이 도출된 과정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세부적으로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8F1558-81FC-ADBD-7F72-02E1608F0309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3082793-1863-DA6D-DFAD-F5F7C77FA261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98C1A-E42C-1959-DDA8-7FA3885AF73D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이어지는 예시는 하나의 사례 제공을 위해서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+mj-ea"/>
                <a:ea typeface="+mj-ea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41AF91E-7785-5418-A751-C43D2064BD1B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0973A-497E-594B-CABE-FDE69AE049EF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07" y="2888446"/>
            <a:ext cx="17386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프로젝트</a:t>
            </a:r>
            <a:endParaRPr lang="en-US" altLang="ko-KR" sz="2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615" y="3661000"/>
            <a:ext cx="9211099" cy="673099"/>
            <a:chOff x="2665127" y="3661000"/>
            <a:chExt cx="9211099" cy="673099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76219" y="3839506"/>
              <a:ext cx="860000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수행 과정이 잘 드러날 수 있도록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가공 과정부터 활용까지 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단계별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로 작성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프로젝트 수행 과정에서의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피드백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과 그것을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적용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(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보완 등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)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이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포함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615" y="2724078"/>
            <a:ext cx="9095030" cy="673099"/>
            <a:chOff x="2665127" y="2724078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76220" y="2787639"/>
              <a:ext cx="83425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결과를 서술하는 과정에서는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활용된 기술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등을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상세히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예시</a:t>
              </a:r>
              <a:endPara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615" y="5534844"/>
            <a:ext cx="9095030" cy="673099"/>
            <a:chOff x="2665127" y="5534844"/>
            <a:chExt cx="9095030" cy="67309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수행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결과물을 잘 드러낼 수 있는 자료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69379C-8748-91C9-144D-FE47E2D5A0C4}"/>
              </a:ext>
            </a:extLst>
          </p:cNvPr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57705" y="4277173"/>
              <a:ext cx="142074" cy="142074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학습 데이터 소개 </a:t>
              </a: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(Train/dev set)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①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탐색적 분석 및 </a:t>
            </a:r>
            <a:r>
              <a:rPr lang="ko-KR" altLang="en-US" sz="1400" b="1" spc="-100" dirty="0" err="1">
                <a:solidFill>
                  <a:schemeClr val="accent1"/>
                </a:solidFill>
                <a:latin typeface="+mn-ea"/>
              </a:rPr>
              <a:t>전처리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9">
            <a:extLst>
              <a:ext uri="{FF2B5EF4-FFF2-40B4-BE49-F238E27FC236}">
                <a16:creationId xmlns:a16="http://schemas.microsoft.com/office/drawing/2014/main" id="{4C6423CA-E427-413A-9169-DD6B4B063271}"/>
              </a:ext>
            </a:extLst>
          </p:cNvPr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Tokenizing : </a:t>
            </a:r>
            <a:r>
              <a:rPr lang="en-US" altLang="ko-KR" sz="1600" spc="-10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Okt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Regular Expression : </a:t>
            </a:r>
            <a:r>
              <a:rPr lang="ko-KR" altLang="en-US" sz="1600" spc="-10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불용어가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많아 필수 한글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영어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숫자만 추출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Embedding :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단어 </a:t>
            </a:r>
            <a:r>
              <a:rPr lang="ko-KR" altLang="en-US" sz="1600" spc="-10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임베딩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(Glove) –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단어 사이 문맥상 유사성 이해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Vocabulary </a:t>
            </a:r>
          </a:p>
        </p:txBody>
      </p:sp>
      <p:sp>
        <p:nvSpPr>
          <p:cNvPr id="56" name="TextBox 19">
            <a:extLst>
              <a:ext uri="{FF2B5EF4-FFF2-40B4-BE49-F238E27FC236}">
                <a16:creationId xmlns:a16="http://schemas.microsoft.com/office/drawing/2014/main" id="{BBB05C6D-B97A-4461-AB21-36F1A11EE486}"/>
              </a:ext>
            </a:extLst>
          </p:cNvPr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LG CNS KORQUAD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질의응답 형식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·  Context : 10,645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개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·  QA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쌍 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: 66,181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개 </a:t>
            </a:r>
          </a:p>
        </p:txBody>
      </p:sp>
      <p:pic>
        <p:nvPicPr>
          <p:cNvPr id="57" name="Picture 2">
            <a:extLst>
              <a:ext uri="{FF2B5EF4-FFF2-40B4-BE49-F238E27FC236}">
                <a16:creationId xmlns:a16="http://schemas.microsoft.com/office/drawing/2014/main" id="{CF7A9261-D168-451B-8DCF-4D83C1C96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60" y="3741700"/>
            <a:ext cx="4110349" cy="2476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6D404287-8078-4842-B0B0-2FE3782BD0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8159" y="3767684"/>
            <a:ext cx="2045691" cy="2318448"/>
          </a:xfrm>
          <a:prstGeom prst="rect">
            <a:avLst/>
          </a:prstGeom>
        </p:spPr>
      </p:pic>
      <p:pic>
        <p:nvPicPr>
          <p:cNvPr id="59" name="Picture 2">
            <a:extLst>
              <a:ext uri="{FF2B5EF4-FFF2-40B4-BE49-F238E27FC236}">
                <a16:creationId xmlns:a16="http://schemas.microsoft.com/office/drawing/2014/main" id="{913155D6-82A4-4267-9537-3BFA351FF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226" y="3747151"/>
            <a:ext cx="2128143" cy="1252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6CB52E87-B98A-4160-86DD-213E8BA571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0014" y="4560935"/>
            <a:ext cx="1816710" cy="200712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45D3DA0-7C02-4741-82BA-4B5B4BF9E0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84533" y="4182580"/>
            <a:ext cx="2173901" cy="163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20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solidFill>
                    <a:schemeClr val="tx2">
                      <a:lumMod val="75000"/>
                    </a:schemeClr>
                  </a:solidFill>
                  <a:latin typeface="+mn-ea"/>
                </a:rPr>
                <a:t>LSTM(Long short-term memory)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②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개요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5" name="TextBox 1">
            <a:extLst>
              <a:ext uri="{FF2B5EF4-FFF2-40B4-BE49-F238E27FC236}">
                <a16:creationId xmlns:a16="http://schemas.microsoft.com/office/drawing/2014/main" id="{31AB7C40-6529-4100-A8D7-847A66DFB74A}"/>
              </a:ext>
            </a:extLst>
          </p:cNvPr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피드백 루프를 순환하면서 주어진 입력에 관한 신경망 출력을 방지하기 위해 고안된 순환 신경망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(RNN: Recurrent Neural Network) </a:t>
            </a:r>
          </a:p>
        </p:txBody>
      </p:sp>
      <p:graphicFrame>
        <p:nvGraphicFramePr>
          <p:cNvPr id="26" name="다이어그램 25">
            <a:extLst>
              <a:ext uri="{FF2B5EF4-FFF2-40B4-BE49-F238E27FC236}">
                <a16:creationId xmlns:a16="http://schemas.microsoft.com/office/drawing/2014/main" id="{C91597F8-263D-44EE-B1F6-802F20468E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7794650"/>
              </p:ext>
            </p:extLst>
          </p:nvPr>
        </p:nvGraphicFramePr>
        <p:xfrm>
          <a:off x="2629468" y="2910825"/>
          <a:ext cx="6552728" cy="3631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66273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LSTM(Long short-term memory)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③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선정 및 분석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20" name="Picture 2" descr="https://i.imgur.com/NV7jQ0X.png">
            <a:extLst>
              <a:ext uri="{FF2B5EF4-FFF2-40B4-BE49-F238E27FC236}">
                <a16:creationId xmlns:a16="http://schemas.microsoft.com/office/drawing/2014/main" id="{40AE1313-B21E-4797-B580-D82F3ED95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46" y="3140968"/>
            <a:ext cx="4957365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7D8C36C1-AB7E-479F-9283-8BEEF5D1D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175" y="2527463"/>
            <a:ext cx="3888315" cy="3637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">
            <a:extLst>
              <a:ext uri="{FF2B5EF4-FFF2-40B4-BE49-F238E27FC236}">
                <a16:creationId xmlns:a16="http://schemas.microsoft.com/office/drawing/2014/main" id="{003AD388-3AE0-46FA-BDB3-497A6FB3E7CB}"/>
              </a:ext>
            </a:extLst>
          </p:cNvPr>
          <p:cNvSpPr txBox="1"/>
          <p:nvPr/>
        </p:nvSpPr>
        <p:spPr>
          <a:xfrm>
            <a:off x="803412" y="2069208"/>
            <a:ext cx="3855655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2Layer LSTM :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문단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질문</a:t>
            </a:r>
            <a:endParaRPr lang="en-US" altLang="ko-KR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코사인 유사도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문서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</a:t>
            </a:r>
            <a:endParaRPr lang="ko-KR" altLang="en-US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5324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LSTM(Long short-term memory)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④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평가 및 개선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23" name="Picture 2">
            <a:extLst>
              <a:ext uri="{FF2B5EF4-FFF2-40B4-BE49-F238E27FC236}">
                <a16:creationId xmlns:a16="http://schemas.microsoft.com/office/drawing/2014/main" id="{5648E92E-01A1-4DED-9BE0-D0642559F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702" y="2660321"/>
            <a:ext cx="4723224" cy="3612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378A6B5B-C0C5-46AE-AAFE-210FADFD4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17" y="4120782"/>
            <a:ext cx="4723224" cy="181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20">
            <a:extLst>
              <a:ext uri="{FF2B5EF4-FFF2-40B4-BE49-F238E27FC236}">
                <a16:creationId xmlns:a16="http://schemas.microsoft.com/office/drawing/2014/main" id="{248D3890-72E2-45B1-AACB-04DA448EE1C7}"/>
              </a:ext>
            </a:extLst>
          </p:cNvPr>
          <p:cNvSpPr txBox="1"/>
          <p:nvPr/>
        </p:nvSpPr>
        <p:spPr>
          <a:xfrm>
            <a:off x="908074" y="2158433"/>
            <a:ext cx="47356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3Layer LSTM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으로 변경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옵티마이저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조정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 : Adam -&gt;‘</a:t>
            </a:r>
            <a:r>
              <a:rPr lang="en-US" altLang="ko-KR" sz="16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rmsprop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’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로 변경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       &gt;&gt;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학습속도 및 유사도 개선</a:t>
            </a:r>
          </a:p>
        </p:txBody>
      </p:sp>
    </p:spTree>
    <p:extLst>
      <p:ext uri="{BB962C8B-B14F-4D97-AF65-F5344CB8AC3E}">
        <p14:creationId xmlns:p14="http://schemas.microsoft.com/office/powerpoint/2010/main" val="1323732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훈련생 발표 영상이 아닌 세부 기능 소개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화면 구동 및 기능 동작 여부 시연영상으로 제작한다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447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⑤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시연 동영상</a:t>
            </a: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F15E6CC2-791D-CE03-4E5D-FC4D5DA0D776}"/>
              </a:ext>
            </a:extLst>
          </p:cNvPr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3099E05E-02C6-A81E-C474-FDA5B9889330}"/>
                </a:ext>
              </a:extLst>
            </p:cNvPr>
            <p:cNvSpPr/>
            <p:nvPr/>
          </p:nvSpPr>
          <p:spPr>
            <a:xfrm>
              <a:off x="541890" y="2074230"/>
              <a:ext cx="11218265" cy="4263070"/>
            </a:xfrm>
            <a:custGeom>
              <a:avLst/>
              <a:gdLst>
                <a:gd name="connsiteX0" fmla="*/ 0 w 7434265"/>
                <a:gd name="connsiteY0" fmla="*/ 0 h 4167182"/>
                <a:gd name="connsiteX1" fmla="*/ 7434265 w 7434265"/>
                <a:gd name="connsiteY1" fmla="*/ 0 h 4167182"/>
                <a:gd name="connsiteX2" fmla="*/ 7434265 w 7434265"/>
                <a:gd name="connsiteY2" fmla="*/ 4167182 h 4167182"/>
                <a:gd name="connsiteX3" fmla="*/ 0 w 7434265"/>
                <a:gd name="connsiteY3" fmla="*/ 4167182 h 416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34265" h="4167182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 w="1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7C6B04FF-38A0-FA54-0A62-02F17334FC33}"/>
                </a:ext>
              </a:extLst>
            </p:cNvPr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473385F2-CC16-2514-41B1-037A4AA4215A}"/>
                  </a:ext>
                </a:extLst>
              </p:cNvPr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avLst/>
                <a:gdLst>
                  <a:gd name="connsiteX0" fmla="*/ 419806 w 419805"/>
                  <a:gd name="connsiteY0" fmla="*/ 244148 h 488280"/>
                  <a:gd name="connsiteX1" fmla="*/ 209910 w 419805"/>
                  <a:gd name="connsiteY1" fmla="*/ 366214 h 488280"/>
                  <a:gd name="connsiteX2" fmla="*/ 0 w 419805"/>
                  <a:gd name="connsiteY2" fmla="*/ 488281 h 488280"/>
                  <a:gd name="connsiteX3" fmla="*/ 0 w 419805"/>
                  <a:gd name="connsiteY3" fmla="*/ 244148 h 488280"/>
                  <a:gd name="connsiteX4" fmla="*/ 0 w 419805"/>
                  <a:gd name="connsiteY4" fmla="*/ 0 h 488280"/>
                  <a:gd name="connsiteX5" fmla="*/ 209910 w 419805"/>
                  <a:gd name="connsiteY5" fmla="*/ 122082 h 488280"/>
                  <a:gd name="connsiteX6" fmla="*/ 419806 w 419805"/>
                  <a:gd name="connsiteY6" fmla="*/ 244148 h 48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9805" h="488280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1EFE39BE-5010-C39D-B415-B1AFB69E9079}"/>
                  </a:ext>
                </a:extLst>
              </p:cNvPr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avLst/>
                <a:gdLst>
                  <a:gd name="connsiteX0" fmla="*/ 606722 w 1213444"/>
                  <a:gd name="connsiteY0" fmla="*/ 0 h 1213444"/>
                  <a:gd name="connsiteX1" fmla="*/ 0 w 1213444"/>
                  <a:gd name="connsiteY1" fmla="*/ 606722 h 1213444"/>
                  <a:gd name="connsiteX2" fmla="*/ 606722 w 1213444"/>
                  <a:gd name="connsiteY2" fmla="*/ 1213444 h 1213444"/>
                  <a:gd name="connsiteX3" fmla="*/ 1213444 w 1213444"/>
                  <a:gd name="connsiteY3" fmla="*/ 606722 h 1213444"/>
                  <a:gd name="connsiteX4" fmla="*/ 606722 w 1213444"/>
                  <a:gd name="connsiteY4" fmla="*/ 0 h 1213444"/>
                  <a:gd name="connsiteX5" fmla="*/ 606722 w 1213444"/>
                  <a:gd name="connsiteY5" fmla="*/ 1094358 h 1213444"/>
                  <a:gd name="connsiteX6" fmla="*/ 119086 w 1213444"/>
                  <a:gd name="connsiteY6" fmla="*/ 606722 h 1213444"/>
                  <a:gd name="connsiteX7" fmla="*/ 606722 w 1213444"/>
                  <a:gd name="connsiteY7" fmla="*/ 119087 h 1213444"/>
                  <a:gd name="connsiteX8" fmla="*/ 1094358 w 1213444"/>
                  <a:gd name="connsiteY8" fmla="*/ 606722 h 1213444"/>
                  <a:gd name="connsiteX9" fmla="*/ 606722 w 1213444"/>
                  <a:gd name="connsiteY9" fmla="*/ 1094358 h 121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13444" h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BE25631C-B436-3CDF-7A2A-777DBC8FFC7F}"/>
                </a:ext>
              </a:extLst>
            </p:cNvPr>
            <p:cNvGrpSpPr/>
            <p:nvPr/>
          </p:nvGrpSpPr>
          <p:grpSpPr>
            <a:xfrm>
              <a:off x="912084" y="5964402"/>
              <a:ext cx="8282389" cy="165888"/>
              <a:chOff x="912084" y="5964402"/>
              <a:chExt cx="8282389" cy="165888"/>
            </a:xfrm>
          </p:grpSpPr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3D11E406-899F-EBB4-2AF3-BB210A560A50}"/>
                  </a:ext>
                </a:extLst>
              </p:cNvPr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avLst/>
                <a:gdLst>
                  <a:gd name="connsiteX0" fmla="*/ 128994 w 128993"/>
                  <a:gd name="connsiteY0" fmla="*/ 76386 h 152771"/>
                  <a:gd name="connsiteX1" fmla="*/ 64497 w 128993"/>
                  <a:gd name="connsiteY1" fmla="*/ 114571 h 152771"/>
                  <a:gd name="connsiteX2" fmla="*/ 0 w 128993"/>
                  <a:gd name="connsiteY2" fmla="*/ 152771 h 152771"/>
                  <a:gd name="connsiteX3" fmla="*/ 0 w 128993"/>
                  <a:gd name="connsiteY3" fmla="*/ 76386 h 152771"/>
                  <a:gd name="connsiteX4" fmla="*/ 0 w 128993"/>
                  <a:gd name="connsiteY4" fmla="*/ 0 h 152771"/>
                  <a:gd name="connsiteX5" fmla="*/ 64497 w 128993"/>
                  <a:gd name="connsiteY5" fmla="*/ 38201 h 152771"/>
                  <a:gd name="connsiteX6" fmla="*/ 128994 w 128993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993" h="152771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1153FE47-3E3E-EA0F-7116-2E6EEA8C9D12}"/>
                  </a:ext>
                </a:extLst>
              </p:cNvPr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avLst/>
                <a:gdLst>
                  <a:gd name="connsiteX0" fmla="*/ 130944 w 130944"/>
                  <a:gd name="connsiteY0" fmla="*/ 76386 h 152771"/>
                  <a:gd name="connsiteX1" fmla="*/ 65480 w 130944"/>
                  <a:gd name="connsiteY1" fmla="*/ 114571 h 152771"/>
                  <a:gd name="connsiteX2" fmla="*/ 0 w 130944"/>
                  <a:gd name="connsiteY2" fmla="*/ 152771 h 152771"/>
                  <a:gd name="connsiteX3" fmla="*/ 0 w 130944"/>
                  <a:gd name="connsiteY3" fmla="*/ 76386 h 152771"/>
                  <a:gd name="connsiteX4" fmla="*/ 0 w 130944"/>
                  <a:gd name="connsiteY4" fmla="*/ 0 h 152771"/>
                  <a:gd name="connsiteX5" fmla="*/ 65480 w 130944"/>
                  <a:gd name="connsiteY5" fmla="*/ 38201 h 152771"/>
                  <a:gd name="connsiteX6" fmla="*/ 130944 w 130944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0944" h="152771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0D05CE19-A948-B11A-E22E-BD06860C1CFB}"/>
                  </a:ext>
                </a:extLst>
              </p:cNvPr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avLst/>
                <a:gdLst>
                  <a:gd name="connsiteX0" fmla="*/ 0 w 27648"/>
                  <a:gd name="connsiteY0" fmla="*/ 0 h 165888"/>
                  <a:gd name="connsiteX1" fmla="*/ 27648 w 27648"/>
                  <a:gd name="connsiteY1" fmla="*/ 0 h 165888"/>
                  <a:gd name="connsiteX2" fmla="*/ 27648 w 27648"/>
                  <a:gd name="connsiteY2" fmla="*/ 165889 h 165888"/>
                  <a:gd name="connsiteX3" fmla="*/ 0 w 27648"/>
                  <a:gd name="connsiteY3" fmla="*/ 165889 h 165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48" h="16588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0C76B84F-157A-C856-0A4E-341D2B3D7D61}"/>
                  </a:ext>
                </a:extLst>
              </p:cNvPr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avLst/>
                <a:gdLst>
                  <a:gd name="connsiteX0" fmla="*/ 0 w 446977"/>
                  <a:gd name="connsiteY0" fmla="*/ 0 h 35328"/>
                  <a:gd name="connsiteX1" fmla="*/ 446978 w 446977"/>
                  <a:gd name="connsiteY1" fmla="*/ 0 h 35328"/>
                  <a:gd name="connsiteX2" fmla="*/ 446978 w 446977"/>
                  <a:gd name="connsiteY2" fmla="*/ 35328 h 35328"/>
                  <a:gd name="connsiteX3" fmla="*/ 0 w 446977"/>
                  <a:gd name="connsiteY3" fmla="*/ 35328 h 35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6977" h="35328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D0AF9004-B8E3-38F2-1B8C-048B4B9C2A0B}"/>
                  </a:ext>
                </a:extLst>
              </p:cNvPr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29" name="자유형: 도형 28">
                  <a:extLst>
                    <a:ext uri="{FF2B5EF4-FFF2-40B4-BE49-F238E27FC236}">
                      <a16:creationId xmlns:a16="http://schemas.microsoft.com/office/drawing/2014/main" id="{C7A9F584-AF98-050E-B6FA-1515DDFD0050}"/>
                    </a:ext>
                  </a:extLst>
                </p:cNvPr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avLst/>
                  <a:gdLst>
                    <a:gd name="connsiteX0" fmla="*/ 0 w 3012106"/>
                    <a:gd name="connsiteY0" fmla="*/ 0 h 35328"/>
                    <a:gd name="connsiteX1" fmla="*/ 3012106 w 3012106"/>
                    <a:gd name="connsiteY1" fmla="*/ 0 h 35328"/>
                    <a:gd name="connsiteX2" fmla="*/ 3012106 w 3012106"/>
                    <a:gd name="connsiteY2" fmla="*/ 35328 h 35328"/>
                    <a:gd name="connsiteX3" fmla="*/ 0 w 3012106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12106" h="35328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2" name="자유형: 도형 31">
                  <a:extLst>
                    <a:ext uri="{FF2B5EF4-FFF2-40B4-BE49-F238E27FC236}">
                      <a16:creationId xmlns:a16="http://schemas.microsoft.com/office/drawing/2014/main" id="{D750F111-1A77-70A6-ACBB-AD340CA930FE}"/>
                    </a:ext>
                  </a:extLst>
                </p:cNvPr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avLst/>
                  <a:gdLst>
                    <a:gd name="connsiteX0" fmla="*/ 0 w 476161"/>
                    <a:gd name="connsiteY0" fmla="*/ 0 h 35328"/>
                    <a:gd name="connsiteX1" fmla="*/ 476162 w 476161"/>
                    <a:gd name="connsiteY1" fmla="*/ 0 h 35328"/>
                    <a:gd name="connsiteX2" fmla="*/ 476162 w 476161"/>
                    <a:gd name="connsiteY2" fmla="*/ 35328 h 35328"/>
                    <a:gd name="connsiteX3" fmla="*/ 0 w 476161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161" h="35328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505961D4-E04B-A933-7DA1-BD5BC5283652}"/>
                  </a:ext>
                </a:extLst>
              </p:cNvPr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avLst/>
                <a:gdLst>
                  <a:gd name="connsiteX0" fmla="*/ 79381 w 79380"/>
                  <a:gd name="connsiteY0" fmla="*/ 39691 h 79381"/>
                  <a:gd name="connsiteX1" fmla="*/ 39690 w 79380"/>
                  <a:gd name="connsiteY1" fmla="*/ 79381 h 79381"/>
                  <a:gd name="connsiteX2" fmla="*/ 0 w 79380"/>
                  <a:gd name="connsiteY2" fmla="*/ 39691 h 79381"/>
                  <a:gd name="connsiteX3" fmla="*/ 39690 w 79380"/>
                  <a:gd name="connsiteY3" fmla="*/ 0 h 79381"/>
                  <a:gd name="connsiteX4" fmla="*/ 79381 w 79380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0" h="79381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8" name="그래픽 18">
                <a:extLst>
                  <a:ext uri="{FF2B5EF4-FFF2-40B4-BE49-F238E27FC236}">
                    <a16:creationId xmlns:a16="http://schemas.microsoft.com/office/drawing/2014/main" id="{BF05BA35-6313-532D-3FC8-2A7D4892FED7}"/>
                  </a:ext>
                </a:extLst>
              </p:cNvPr>
              <p:cNvGrpSpPr/>
              <p:nvPr/>
            </p:nvGrpSpPr>
            <p:grpSpPr>
              <a:xfrm>
                <a:off x="8547047" y="5992327"/>
                <a:ext cx="647426" cy="101806"/>
                <a:chOff x="5477907" y="5945239"/>
                <a:chExt cx="647426" cy="101806"/>
              </a:xfrm>
              <a:solidFill>
                <a:srgbClr val="FFFFFF"/>
              </a:solidFill>
            </p:grpSpPr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0CE6A38B-96EE-222B-25E0-6CACA035E03F}"/>
                    </a:ext>
                  </a:extLst>
                </p:cNvPr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8C021E82-C812-6AF2-60C6-D72FAD945CB4}"/>
                    </a:ext>
                  </a:extLst>
                </p:cNvPr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1" name="자유형: 도형 80">
                  <a:extLst>
                    <a:ext uri="{FF2B5EF4-FFF2-40B4-BE49-F238E27FC236}">
                      <a16:creationId xmlns:a16="http://schemas.microsoft.com/office/drawing/2014/main" id="{85E7CECF-CCBA-8475-F082-44280EE02975}"/>
                    </a:ext>
                  </a:extLst>
                </p:cNvPr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avLst/>
                  <a:gdLst>
                    <a:gd name="connsiteX0" fmla="*/ 18524 w 30474"/>
                    <a:gd name="connsiteY0" fmla="*/ 11505 h 91269"/>
                    <a:gd name="connsiteX1" fmla="*/ 18248 w 30474"/>
                    <a:gd name="connsiteY1" fmla="*/ 11505 h 91269"/>
                    <a:gd name="connsiteX2" fmla="*/ 2381 w 30474"/>
                    <a:gd name="connsiteY2" fmla="*/ 20076 h 91269"/>
                    <a:gd name="connsiteX3" fmla="*/ 0 w 30474"/>
                    <a:gd name="connsiteY3" fmla="*/ 10676 h 91269"/>
                    <a:gd name="connsiteX4" fmla="*/ 19937 w 30474"/>
                    <a:gd name="connsiteY4" fmla="*/ 0 h 91269"/>
                    <a:gd name="connsiteX5" fmla="*/ 30474 w 30474"/>
                    <a:gd name="connsiteY5" fmla="*/ 0 h 91269"/>
                    <a:gd name="connsiteX6" fmla="*/ 30474 w 30474"/>
                    <a:gd name="connsiteY6" fmla="*/ 91270 h 91269"/>
                    <a:gd name="connsiteX7" fmla="*/ 18540 w 30474"/>
                    <a:gd name="connsiteY7" fmla="*/ 91270 h 91269"/>
                    <a:gd name="connsiteX8" fmla="*/ 18540 w 30474"/>
                    <a:gd name="connsiteY8" fmla="*/ 11520 h 91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474" h="91269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2" name="자유형: 도형 81">
                  <a:extLst>
                    <a:ext uri="{FF2B5EF4-FFF2-40B4-BE49-F238E27FC236}">
                      <a16:creationId xmlns:a16="http://schemas.microsoft.com/office/drawing/2014/main" id="{E73478F4-7F4F-AE31-209C-A8DCF092B7E9}"/>
                    </a:ext>
                  </a:extLst>
                </p:cNvPr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3" name="자유형: 도형 82">
                  <a:extLst>
                    <a:ext uri="{FF2B5EF4-FFF2-40B4-BE49-F238E27FC236}">
                      <a16:creationId xmlns:a16="http://schemas.microsoft.com/office/drawing/2014/main" id="{4E5BAE43-B4F1-2428-DFC8-C082E5D4491E}"/>
                    </a:ext>
                  </a:extLst>
                </p:cNvPr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avLst/>
                  <a:gdLst>
                    <a:gd name="connsiteX0" fmla="*/ 0 w 48722"/>
                    <a:gd name="connsiteY0" fmla="*/ 101806 h 101806"/>
                    <a:gd name="connsiteX1" fmla="*/ 39168 w 48722"/>
                    <a:gd name="connsiteY1" fmla="*/ 0 h 101806"/>
                    <a:gd name="connsiteX2" fmla="*/ 48722 w 48722"/>
                    <a:gd name="connsiteY2" fmla="*/ 0 h 101806"/>
                    <a:gd name="connsiteX3" fmla="*/ 9401 w 48722"/>
                    <a:gd name="connsiteY3" fmla="*/ 101806 h 101806"/>
                    <a:gd name="connsiteX4" fmla="*/ 0 w 48722"/>
                    <a:gd name="connsiteY4" fmla="*/ 101806 h 10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22" h="101806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4" name="자유형: 도형 83">
                  <a:extLst>
                    <a:ext uri="{FF2B5EF4-FFF2-40B4-BE49-F238E27FC236}">
                      <a16:creationId xmlns:a16="http://schemas.microsoft.com/office/drawing/2014/main" id="{6CFEA4C4-F492-0879-CBCC-0B5928AE11C5}"/>
                    </a:ext>
                  </a:extLst>
                </p:cNvPr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avLst/>
                  <a:gdLst>
                    <a:gd name="connsiteX0" fmla="*/ 15 w 58275"/>
                    <a:gd name="connsiteY0" fmla="*/ 92806 h 92805"/>
                    <a:gd name="connsiteX1" fmla="*/ 15 w 58275"/>
                    <a:gd name="connsiteY1" fmla="*/ 85218 h 92805"/>
                    <a:gd name="connsiteX2" fmla="*/ 9708 w 58275"/>
                    <a:gd name="connsiteY2" fmla="*/ 75817 h 92805"/>
                    <a:gd name="connsiteX3" fmla="*/ 43684 w 58275"/>
                    <a:gd name="connsiteY3" fmla="*/ 28078 h 92805"/>
                    <a:gd name="connsiteX4" fmla="*/ 25574 w 58275"/>
                    <a:gd name="connsiteY4" fmla="*/ 10245 h 92805"/>
                    <a:gd name="connsiteX5" fmla="*/ 6190 w 58275"/>
                    <a:gd name="connsiteY5" fmla="*/ 17972 h 92805"/>
                    <a:gd name="connsiteX6" fmla="*/ 2258 w 58275"/>
                    <a:gd name="connsiteY6" fmla="*/ 9262 h 92805"/>
                    <a:gd name="connsiteX7" fmla="*/ 28094 w 58275"/>
                    <a:gd name="connsiteY7" fmla="*/ 0 h 92805"/>
                    <a:gd name="connsiteX8" fmla="*/ 56033 w 58275"/>
                    <a:gd name="connsiteY8" fmla="*/ 26542 h 92805"/>
                    <a:gd name="connsiteX9" fmla="*/ 24576 w 58275"/>
                    <a:gd name="connsiteY9" fmla="*/ 75541 h 92805"/>
                    <a:gd name="connsiteX10" fmla="*/ 17280 w 58275"/>
                    <a:gd name="connsiteY10" fmla="*/ 82284 h 92805"/>
                    <a:gd name="connsiteX11" fmla="*/ 17280 w 58275"/>
                    <a:gd name="connsiteY11" fmla="*/ 82560 h 92805"/>
                    <a:gd name="connsiteX12" fmla="*/ 58276 w 58275"/>
                    <a:gd name="connsiteY12" fmla="*/ 82560 h 92805"/>
                    <a:gd name="connsiteX13" fmla="*/ 58276 w 58275"/>
                    <a:gd name="connsiteY13" fmla="*/ 92806 h 92805"/>
                    <a:gd name="connsiteX14" fmla="*/ 0 w 58275"/>
                    <a:gd name="connsiteY14" fmla="*/ 92806 h 92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275" h="9280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5" name="자유형: 도형 84">
                  <a:extLst>
                    <a:ext uri="{FF2B5EF4-FFF2-40B4-BE49-F238E27FC236}">
                      <a16:creationId xmlns:a16="http://schemas.microsoft.com/office/drawing/2014/main" id="{F1DF3DE4-2F9E-0C82-7D8C-54886FAA488B}"/>
                    </a:ext>
                  </a:extLst>
                </p:cNvPr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6" name="자유형: 도형 85">
                  <a:extLst>
                    <a:ext uri="{FF2B5EF4-FFF2-40B4-BE49-F238E27FC236}">
                      <a16:creationId xmlns:a16="http://schemas.microsoft.com/office/drawing/2014/main" id="{4B0E4B0B-10C2-5F9A-1E36-C0BD83E510C8}"/>
                    </a:ext>
                  </a:extLst>
                </p:cNvPr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avLst/>
                  <a:gdLst>
                    <a:gd name="connsiteX0" fmla="*/ 3379 w 57016"/>
                    <a:gd name="connsiteY0" fmla="*/ 78628 h 94372"/>
                    <a:gd name="connsiteX1" fmla="*/ 23593 w 57016"/>
                    <a:gd name="connsiteY1" fmla="*/ 84388 h 94372"/>
                    <a:gd name="connsiteX2" fmla="*/ 44237 w 57016"/>
                    <a:gd name="connsiteY2" fmla="*/ 66694 h 94372"/>
                    <a:gd name="connsiteX3" fmla="*/ 20644 w 57016"/>
                    <a:gd name="connsiteY3" fmla="*/ 48446 h 94372"/>
                    <a:gd name="connsiteX4" fmla="*/ 13763 w 57016"/>
                    <a:gd name="connsiteY4" fmla="*/ 48446 h 94372"/>
                    <a:gd name="connsiteX5" fmla="*/ 13763 w 57016"/>
                    <a:gd name="connsiteY5" fmla="*/ 39184 h 94372"/>
                    <a:gd name="connsiteX6" fmla="*/ 20644 w 57016"/>
                    <a:gd name="connsiteY6" fmla="*/ 39184 h 94372"/>
                    <a:gd name="connsiteX7" fmla="*/ 41011 w 57016"/>
                    <a:gd name="connsiteY7" fmla="*/ 23732 h 94372"/>
                    <a:gd name="connsiteX8" fmla="*/ 25006 w 57016"/>
                    <a:gd name="connsiteY8" fmla="*/ 9969 h 94372"/>
                    <a:gd name="connsiteX9" fmla="*/ 6758 w 57016"/>
                    <a:gd name="connsiteY9" fmla="*/ 16005 h 94372"/>
                    <a:gd name="connsiteX10" fmla="*/ 3533 w 57016"/>
                    <a:gd name="connsiteY10" fmla="*/ 7020 h 94372"/>
                    <a:gd name="connsiteX11" fmla="*/ 27402 w 57016"/>
                    <a:gd name="connsiteY11" fmla="*/ 0 h 94372"/>
                    <a:gd name="connsiteX12" fmla="*/ 53514 w 57016"/>
                    <a:gd name="connsiteY12" fmla="*/ 21765 h 94372"/>
                    <a:gd name="connsiteX13" fmla="*/ 36664 w 57016"/>
                    <a:gd name="connsiteY13" fmla="*/ 43254 h 94372"/>
                    <a:gd name="connsiteX14" fmla="*/ 36664 w 57016"/>
                    <a:gd name="connsiteY14" fmla="*/ 43531 h 94372"/>
                    <a:gd name="connsiteX15" fmla="*/ 57016 w 57016"/>
                    <a:gd name="connsiteY15" fmla="*/ 66985 h 94372"/>
                    <a:gd name="connsiteX16" fmla="*/ 23731 w 57016"/>
                    <a:gd name="connsiteY16" fmla="*/ 94372 h 94372"/>
                    <a:gd name="connsiteX17" fmla="*/ 0 w 57016"/>
                    <a:gd name="connsiteY17" fmla="*/ 88198 h 94372"/>
                    <a:gd name="connsiteX18" fmla="*/ 3364 w 57016"/>
                    <a:gd name="connsiteY18" fmla="*/ 78644 h 94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7016" h="94372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7" name="자유형: 도형 86">
                  <a:extLst>
                    <a:ext uri="{FF2B5EF4-FFF2-40B4-BE49-F238E27FC236}">
                      <a16:creationId xmlns:a16="http://schemas.microsoft.com/office/drawing/2014/main" id="{F5184195-6967-CC0B-A9A5-0DDF296F1F0C}"/>
                    </a:ext>
                  </a:extLst>
                </p:cNvPr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8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11F4B78A-76DE-D60C-1B5B-96DBC37383B7}"/>
                </a:ext>
              </a:extLst>
            </p:cNvPr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6AD06429-EF1B-918D-89C5-C61CC1A8B729}"/>
                  </a:ext>
                </a:extLst>
              </p:cNvPr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avLst/>
                <a:gdLst>
                  <a:gd name="connsiteX0" fmla="*/ 474288 w 491583"/>
                  <a:gd name="connsiteY0" fmla="*/ 0 h 36925"/>
                  <a:gd name="connsiteX1" fmla="*/ 491583 w 491583"/>
                  <a:gd name="connsiteY1" fmla="*/ 17295 h 36925"/>
                  <a:gd name="connsiteX2" fmla="*/ 491583 w 491583"/>
                  <a:gd name="connsiteY2" fmla="*/ 19630 h 36925"/>
                  <a:gd name="connsiteX3" fmla="*/ 474288 w 491583"/>
                  <a:gd name="connsiteY3" fmla="*/ 36926 h 36925"/>
                  <a:gd name="connsiteX4" fmla="*/ 17295 w 491583"/>
                  <a:gd name="connsiteY4" fmla="*/ 36926 h 36925"/>
                  <a:gd name="connsiteX5" fmla="*/ 0 w 491583"/>
                  <a:gd name="connsiteY5" fmla="*/ 19630 h 36925"/>
                  <a:gd name="connsiteX6" fmla="*/ 0 w 491583"/>
                  <a:gd name="connsiteY6" fmla="*/ 17295 h 36925"/>
                  <a:gd name="connsiteX7" fmla="*/ 17295 w 491583"/>
                  <a:gd name="connsiteY7" fmla="*/ 0 h 3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1583" h="36925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27EF28AA-06EA-AB06-F448-4A725AA644A1}"/>
                  </a:ext>
                </a:extLst>
              </p:cNvPr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avLst/>
                <a:gdLst>
                  <a:gd name="connsiteX0" fmla="*/ 124416 w 124447"/>
                  <a:gd name="connsiteY0" fmla="*/ 19169 h 36864"/>
                  <a:gd name="connsiteX1" fmla="*/ 109594 w 124447"/>
                  <a:gd name="connsiteY1" fmla="*/ 36864 h 36864"/>
                  <a:gd name="connsiteX2" fmla="*/ 8678 w 124447"/>
                  <a:gd name="connsiteY2" fmla="*/ 36864 h 36864"/>
                  <a:gd name="connsiteX3" fmla="*/ 0 w 124447"/>
                  <a:gd name="connsiteY3" fmla="*/ 28186 h 36864"/>
                  <a:gd name="connsiteX4" fmla="*/ 0 w 124447"/>
                  <a:gd name="connsiteY4" fmla="*/ 8678 h 36864"/>
                  <a:gd name="connsiteX5" fmla="*/ 8678 w 124447"/>
                  <a:gd name="connsiteY5" fmla="*/ 0 h 36864"/>
                  <a:gd name="connsiteX6" fmla="*/ 109594 w 124447"/>
                  <a:gd name="connsiteY6" fmla="*/ 0 h 36864"/>
                  <a:gd name="connsiteX7" fmla="*/ 124447 w 124447"/>
                  <a:gd name="connsiteY7" fmla="*/ 19031 h 36864"/>
                  <a:gd name="connsiteX8" fmla="*/ 124401 w 124447"/>
                  <a:gd name="connsiteY8" fmla="*/ 19169 h 36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447" h="36864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409B17FE-DC66-435B-0922-099F06B8D270}"/>
                  </a:ext>
                </a:extLst>
              </p:cNvPr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avLst/>
                <a:gdLst>
                  <a:gd name="connsiteX0" fmla="*/ 0 w 46080"/>
                  <a:gd name="connsiteY0" fmla="*/ 0 h 61440"/>
                  <a:gd name="connsiteX1" fmla="*/ 46080 w 46080"/>
                  <a:gd name="connsiteY1" fmla="*/ 0 h 61440"/>
                  <a:gd name="connsiteX2" fmla="*/ 46080 w 46080"/>
                  <a:gd name="connsiteY2" fmla="*/ 61440 h 61440"/>
                  <a:gd name="connsiteX3" fmla="*/ 0 w 46080"/>
                  <a:gd name="connsiteY3" fmla="*/ 61440 h 6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80" h="6144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6A70AD7E-3044-FCBC-F188-CBA62002C069}"/>
                  </a:ext>
                </a:extLst>
              </p:cNvPr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avLst/>
                <a:gdLst>
                  <a:gd name="connsiteX0" fmla="*/ 46080 w 46080"/>
                  <a:gd name="connsiteY0" fmla="*/ 164444 h 164444"/>
                  <a:gd name="connsiteX1" fmla="*/ 0 w 46080"/>
                  <a:gd name="connsiteY1" fmla="*/ 113403 h 164444"/>
                  <a:gd name="connsiteX2" fmla="*/ 0 w 46080"/>
                  <a:gd name="connsiteY2" fmla="*/ 51026 h 164444"/>
                  <a:gd name="connsiteX3" fmla="*/ 46080 w 46080"/>
                  <a:gd name="connsiteY3" fmla="*/ 0 h 164444"/>
                  <a:gd name="connsiteX4" fmla="*/ 46080 w 46080"/>
                  <a:gd name="connsiteY4" fmla="*/ 164444 h 16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80" h="164444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1D73C4CA-FBBA-68CD-4135-02784D6B9CFC}"/>
                  </a:ext>
                </a:extLst>
              </p:cNvPr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avLst/>
                <a:gdLst>
                  <a:gd name="connsiteX0" fmla="*/ 0 w 70886"/>
                  <a:gd name="connsiteY0" fmla="*/ 0 h 168776"/>
                  <a:gd name="connsiteX1" fmla="*/ 0 w 70886"/>
                  <a:gd name="connsiteY1" fmla="*/ 20951 h 168776"/>
                  <a:gd name="connsiteX2" fmla="*/ 50320 w 70886"/>
                  <a:gd name="connsiteY2" fmla="*/ 84388 h 168776"/>
                  <a:gd name="connsiteX3" fmla="*/ 0 w 70886"/>
                  <a:gd name="connsiteY3" fmla="*/ 147825 h 168776"/>
                  <a:gd name="connsiteX4" fmla="*/ 0 w 70886"/>
                  <a:gd name="connsiteY4" fmla="*/ 168776 h 168776"/>
                  <a:gd name="connsiteX5" fmla="*/ 70886 w 70886"/>
                  <a:gd name="connsiteY5" fmla="*/ 84388 h 168776"/>
                  <a:gd name="connsiteX6" fmla="*/ 0 w 70886"/>
                  <a:gd name="connsiteY6" fmla="*/ 0 h 168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886" h="16877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1" name="그래픽 18">
                <a:extLst>
                  <a:ext uri="{FF2B5EF4-FFF2-40B4-BE49-F238E27FC236}">
                    <a16:creationId xmlns:a16="http://schemas.microsoft.com/office/drawing/2014/main" id="{340A4EA6-6A47-D08D-6C14-F1CC3865FD2C}"/>
                  </a:ext>
                </a:extLst>
              </p:cNvPr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  <a:solidFill>
                <a:srgbClr val="FFFFFF"/>
              </a:solidFill>
            </p:grpSpPr>
            <p:sp>
              <p:nvSpPr>
                <p:cNvPr id="72" name="자유형: 도형 71">
                  <a:extLst>
                    <a:ext uri="{FF2B5EF4-FFF2-40B4-BE49-F238E27FC236}">
                      <a16:creationId xmlns:a16="http://schemas.microsoft.com/office/drawing/2014/main" id="{26E3BAD8-1171-3615-BA1F-FE544C1A5E89}"/>
                    </a:ext>
                  </a:extLst>
                </p:cNvPr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avLst/>
                  <a:gdLst>
                    <a:gd name="connsiteX0" fmla="*/ 0 w 28707"/>
                    <a:gd name="connsiteY0" fmla="*/ 0 h 76784"/>
                    <a:gd name="connsiteX1" fmla="*/ 0 w 28707"/>
                    <a:gd name="connsiteY1" fmla="*/ 76785 h 76784"/>
                    <a:gd name="connsiteX2" fmla="*/ 28708 w 28707"/>
                    <a:gd name="connsiteY2" fmla="*/ 38385 h 76784"/>
                    <a:gd name="connsiteX3" fmla="*/ 0 w 28707"/>
                    <a:gd name="connsiteY3" fmla="*/ 0 h 76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707" h="76784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3" name="자유형: 도형 72">
                  <a:extLst>
                    <a:ext uri="{FF2B5EF4-FFF2-40B4-BE49-F238E27FC236}">
                      <a16:creationId xmlns:a16="http://schemas.microsoft.com/office/drawing/2014/main" id="{60C27F5B-D310-6270-1087-FFA96BAD2938}"/>
                    </a:ext>
                  </a:extLst>
                </p:cNvPr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avLst/>
                  <a:gdLst>
                    <a:gd name="connsiteX0" fmla="*/ 353 w 353"/>
                    <a:gd name="connsiteY0" fmla="*/ 0 h 10122"/>
                    <a:gd name="connsiteX1" fmla="*/ 0 w 353"/>
                    <a:gd name="connsiteY1" fmla="*/ 5054 h 10122"/>
                    <a:gd name="connsiteX2" fmla="*/ 353 w 353"/>
                    <a:gd name="connsiteY2" fmla="*/ 10122 h 10122"/>
                    <a:gd name="connsiteX3" fmla="*/ 353 w 353"/>
                    <a:gd name="connsiteY3" fmla="*/ 0 h 10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3" h="10122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FF51C350-BF60-B688-D8F0-0FD2551166AE}"/>
                  </a:ext>
                </a:extLst>
              </p:cNvPr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avLst/>
                <a:gdLst>
                  <a:gd name="connsiteX0" fmla="*/ 91178 w 91177"/>
                  <a:gd name="connsiteY0" fmla="*/ 88843 h 89963"/>
                  <a:gd name="connsiteX1" fmla="*/ 64220 w 91177"/>
                  <a:gd name="connsiteY1" fmla="*/ 61901 h 89963"/>
                  <a:gd name="connsiteX2" fmla="*/ 36158 w 91177"/>
                  <a:gd name="connsiteY2" fmla="*/ 89964 h 89963"/>
                  <a:gd name="connsiteX3" fmla="*/ 0 w 91177"/>
                  <a:gd name="connsiteY3" fmla="*/ 53806 h 89963"/>
                  <a:gd name="connsiteX4" fmla="*/ 28109 w 91177"/>
                  <a:gd name="connsiteY4" fmla="*/ 25790 h 89963"/>
                  <a:gd name="connsiteX5" fmla="*/ 2320 w 91177"/>
                  <a:gd name="connsiteY5" fmla="*/ 0 h 89963"/>
                  <a:gd name="connsiteX6" fmla="*/ 44375 w 91177"/>
                  <a:gd name="connsiteY6" fmla="*/ 2366 h 89963"/>
                  <a:gd name="connsiteX7" fmla="*/ 86431 w 91177"/>
                  <a:gd name="connsiteY7" fmla="*/ 4808 h 89963"/>
                  <a:gd name="connsiteX8" fmla="*/ 88843 w 91177"/>
                  <a:gd name="connsiteY8" fmla="*/ 46833 h 89963"/>
                  <a:gd name="connsiteX9" fmla="*/ 91178 w 91177"/>
                  <a:gd name="connsiteY9" fmla="*/ 88843 h 89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1177" h="89963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D722FE24-DD4A-1A11-0851-58521E46F42B}"/>
                  </a:ext>
                </a:extLst>
              </p:cNvPr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avLst/>
                <a:gdLst>
                  <a:gd name="connsiteX0" fmla="*/ 88612 w 89979"/>
                  <a:gd name="connsiteY0" fmla="*/ 91423 h 91423"/>
                  <a:gd name="connsiteX1" fmla="*/ 46433 w 89979"/>
                  <a:gd name="connsiteY1" fmla="*/ 89257 h 91423"/>
                  <a:gd name="connsiteX2" fmla="*/ 4378 w 89979"/>
                  <a:gd name="connsiteY2" fmla="*/ 86892 h 91423"/>
                  <a:gd name="connsiteX3" fmla="*/ 2166 w 89979"/>
                  <a:gd name="connsiteY3" fmla="*/ 44575 h 91423"/>
                  <a:gd name="connsiteX4" fmla="*/ 0 w 89979"/>
                  <a:gd name="connsiteY4" fmla="*/ 2335 h 91423"/>
                  <a:gd name="connsiteX5" fmla="*/ 25790 w 89979"/>
                  <a:gd name="connsiteY5" fmla="*/ 28109 h 91423"/>
                  <a:gd name="connsiteX6" fmla="*/ 53807 w 89979"/>
                  <a:gd name="connsiteY6" fmla="*/ 0 h 91423"/>
                  <a:gd name="connsiteX7" fmla="*/ 89979 w 89979"/>
                  <a:gd name="connsiteY7" fmla="*/ 36158 h 91423"/>
                  <a:gd name="connsiteX8" fmla="*/ 61916 w 89979"/>
                  <a:gd name="connsiteY8" fmla="*/ 64236 h 91423"/>
                  <a:gd name="connsiteX9" fmla="*/ 88612 w 89979"/>
                  <a:gd name="connsiteY9" fmla="*/ 91423 h 91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979" h="91423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239C775B-952D-DB50-C18F-5C0BDE14C831}"/>
                  </a:ext>
                </a:extLst>
              </p:cNvPr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avLst/>
                <a:gdLst>
                  <a:gd name="connsiteX0" fmla="*/ 193598 w 197084"/>
                  <a:gd name="connsiteY0" fmla="*/ 134554 h 197115"/>
                  <a:gd name="connsiteX1" fmla="*/ 192907 w 197084"/>
                  <a:gd name="connsiteY1" fmla="*/ 134170 h 197115"/>
                  <a:gd name="connsiteX2" fmla="*/ 180327 w 197084"/>
                  <a:gd name="connsiteY2" fmla="*/ 108933 h 197115"/>
                  <a:gd name="connsiteX3" fmla="*/ 179636 w 197084"/>
                  <a:gd name="connsiteY3" fmla="*/ 109640 h 197115"/>
                  <a:gd name="connsiteX4" fmla="*/ 179866 w 197084"/>
                  <a:gd name="connsiteY4" fmla="*/ 100255 h 197115"/>
                  <a:gd name="connsiteX5" fmla="*/ 179928 w 197084"/>
                  <a:gd name="connsiteY5" fmla="*/ 100286 h 197115"/>
                  <a:gd name="connsiteX6" fmla="*/ 197085 w 197084"/>
                  <a:gd name="connsiteY6" fmla="*/ 74957 h 197115"/>
                  <a:gd name="connsiteX7" fmla="*/ 197054 w 197084"/>
                  <a:gd name="connsiteY7" fmla="*/ 74957 h 197115"/>
                  <a:gd name="connsiteX8" fmla="*/ 190372 w 197084"/>
                  <a:gd name="connsiteY8" fmla="*/ 56049 h 197115"/>
                  <a:gd name="connsiteX9" fmla="*/ 190249 w 197084"/>
                  <a:gd name="connsiteY9" fmla="*/ 56294 h 197115"/>
                  <a:gd name="connsiteX10" fmla="*/ 164076 w 197084"/>
                  <a:gd name="connsiteY10" fmla="*/ 47509 h 197115"/>
                  <a:gd name="connsiteX11" fmla="*/ 157134 w 197084"/>
                  <a:gd name="connsiteY11" fmla="*/ 39537 h 197115"/>
                  <a:gd name="connsiteX12" fmla="*/ 152648 w 197084"/>
                  <a:gd name="connsiteY12" fmla="*/ 12211 h 197115"/>
                  <a:gd name="connsiteX13" fmla="*/ 152863 w 197084"/>
                  <a:gd name="connsiteY13" fmla="*/ 11735 h 197115"/>
                  <a:gd name="connsiteX14" fmla="*/ 134538 w 197084"/>
                  <a:gd name="connsiteY14" fmla="*/ 2458 h 197115"/>
                  <a:gd name="connsiteX15" fmla="*/ 134262 w 197084"/>
                  <a:gd name="connsiteY15" fmla="*/ 2949 h 197115"/>
                  <a:gd name="connsiteX16" fmla="*/ 109824 w 197084"/>
                  <a:gd name="connsiteY16" fmla="*/ 15222 h 197115"/>
                  <a:gd name="connsiteX17" fmla="*/ 99195 w 197084"/>
                  <a:gd name="connsiteY17" fmla="*/ 14945 h 197115"/>
                  <a:gd name="connsiteX18" fmla="*/ 78060 w 197084"/>
                  <a:gd name="connsiteY18" fmla="*/ 0 h 197115"/>
                  <a:gd name="connsiteX19" fmla="*/ 78030 w 197084"/>
                  <a:gd name="connsiteY19" fmla="*/ 77 h 197115"/>
                  <a:gd name="connsiteX20" fmla="*/ 57508 w 197084"/>
                  <a:gd name="connsiteY20" fmla="*/ 4255 h 197115"/>
                  <a:gd name="connsiteX21" fmla="*/ 57446 w 197084"/>
                  <a:gd name="connsiteY21" fmla="*/ 4239 h 197115"/>
                  <a:gd name="connsiteX22" fmla="*/ 48369 w 197084"/>
                  <a:gd name="connsiteY22" fmla="*/ 30643 h 197115"/>
                  <a:gd name="connsiteX23" fmla="*/ 39675 w 197084"/>
                  <a:gd name="connsiteY23" fmla="*/ 38354 h 197115"/>
                  <a:gd name="connsiteX24" fmla="*/ 13931 w 197084"/>
                  <a:gd name="connsiteY24" fmla="*/ 43638 h 197115"/>
                  <a:gd name="connsiteX25" fmla="*/ 14777 w 197084"/>
                  <a:gd name="connsiteY25" fmla="*/ 44314 h 197115"/>
                  <a:gd name="connsiteX26" fmla="*/ 5499 w 197084"/>
                  <a:gd name="connsiteY26" fmla="*/ 62623 h 197115"/>
                  <a:gd name="connsiteX27" fmla="*/ 4547 w 197084"/>
                  <a:gd name="connsiteY27" fmla="*/ 62177 h 197115"/>
                  <a:gd name="connsiteX28" fmla="*/ 16266 w 197084"/>
                  <a:gd name="connsiteY28" fmla="*/ 86815 h 197115"/>
                  <a:gd name="connsiteX29" fmla="*/ 15683 w 197084"/>
                  <a:gd name="connsiteY29" fmla="*/ 96215 h 197115"/>
                  <a:gd name="connsiteX30" fmla="*/ 0 w 197084"/>
                  <a:gd name="connsiteY30" fmla="*/ 118042 h 197115"/>
                  <a:gd name="connsiteX31" fmla="*/ 47 w 197084"/>
                  <a:gd name="connsiteY31" fmla="*/ 118073 h 197115"/>
                  <a:gd name="connsiteX32" fmla="*/ 7281 w 197084"/>
                  <a:gd name="connsiteY32" fmla="*/ 139700 h 197115"/>
                  <a:gd name="connsiteX33" fmla="*/ 7281 w 197084"/>
                  <a:gd name="connsiteY33" fmla="*/ 139746 h 197115"/>
                  <a:gd name="connsiteX34" fmla="*/ 32917 w 197084"/>
                  <a:gd name="connsiteY34" fmla="*/ 148424 h 197115"/>
                  <a:gd name="connsiteX35" fmla="*/ 32579 w 197084"/>
                  <a:gd name="connsiteY35" fmla="*/ 147902 h 197115"/>
                  <a:gd name="connsiteX36" fmla="*/ 38999 w 197084"/>
                  <a:gd name="connsiteY36" fmla="*/ 155428 h 197115"/>
                  <a:gd name="connsiteX37" fmla="*/ 38661 w 197084"/>
                  <a:gd name="connsiteY37" fmla="*/ 155367 h 197115"/>
                  <a:gd name="connsiteX38" fmla="*/ 43945 w 197084"/>
                  <a:gd name="connsiteY38" fmla="*/ 182063 h 197115"/>
                  <a:gd name="connsiteX39" fmla="*/ 44314 w 197084"/>
                  <a:gd name="connsiteY39" fmla="*/ 181295 h 197115"/>
                  <a:gd name="connsiteX40" fmla="*/ 62623 w 197084"/>
                  <a:gd name="connsiteY40" fmla="*/ 190557 h 197115"/>
                  <a:gd name="connsiteX41" fmla="*/ 62255 w 197084"/>
                  <a:gd name="connsiteY41" fmla="*/ 191340 h 197115"/>
                  <a:gd name="connsiteX42" fmla="*/ 87138 w 197084"/>
                  <a:gd name="connsiteY42" fmla="*/ 179467 h 197115"/>
                  <a:gd name="connsiteX43" fmla="*/ 86631 w 197084"/>
                  <a:gd name="connsiteY43" fmla="*/ 179159 h 197115"/>
                  <a:gd name="connsiteX44" fmla="*/ 97060 w 197084"/>
                  <a:gd name="connsiteY44" fmla="*/ 180020 h 197115"/>
                  <a:gd name="connsiteX45" fmla="*/ 97429 w 197084"/>
                  <a:gd name="connsiteY45" fmla="*/ 180788 h 197115"/>
                  <a:gd name="connsiteX46" fmla="*/ 121114 w 197084"/>
                  <a:gd name="connsiteY46" fmla="*/ 197116 h 197115"/>
                  <a:gd name="connsiteX47" fmla="*/ 121114 w 197084"/>
                  <a:gd name="connsiteY47" fmla="*/ 197100 h 197115"/>
                  <a:gd name="connsiteX48" fmla="*/ 139854 w 197084"/>
                  <a:gd name="connsiteY48" fmla="*/ 190326 h 197115"/>
                  <a:gd name="connsiteX49" fmla="*/ 139500 w 197084"/>
                  <a:gd name="connsiteY49" fmla="*/ 190158 h 197115"/>
                  <a:gd name="connsiteX50" fmla="*/ 148363 w 197084"/>
                  <a:gd name="connsiteY50" fmla="*/ 163677 h 197115"/>
                  <a:gd name="connsiteX51" fmla="*/ 147672 w 197084"/>
                  <a:gd name="connsiteY51" fmla="*/ 163585 h 197115"/>
                  <a:gd name="connsiteX52" fmla="*/ 155536 w 197084"/>
                  <a:gd name="connsiteY52" fmla="*/ 156796 h 197115"/>
                  <a:gd name="connsiteX53" fmla="*/ 155490 w 197084"/>
                  <a:gd name="connsiteY53" fmla="*/ 157195 h 197115"/>
                  <a:gd name="connsiteX54" fmla="*/ 183645 w 197084"/>
                  <a:gd name="connsiteY54" fmla="*/ 152602 h 197115"/>
                  <a:gd name="connsiteX55" fmla="*/ 184336 w 197084"/>
                  <a:gd name="connsiteY55" fmla="*/ 152925 h 197115"/>
                  <a:gd name="connsiteX56" fmla="*/ 193614 w 197084"/>
                  <a:gd name="connsiteY56" fmla="*/ 134600 h 197115"/>
                  <a:gd name="connsiteX57" fmla="*/ 75049 w 197084"/>
                  <a:gd name="connsiteY57" fmla="*/ 142372 h 197115"/>
                  <a:gd name="connsiteX58" fmla="*/ 52838 w 197084"/>
                  <a:gd name="connsiteY58" fmla="*/ 74542 h 197115"/>
                  <a:gd name="connsiteX59" fmla="*/ 120669 w 197084"/>
                  <a:gd name="connsiteY59" fmla="*/ 52332 h 197115"/>
                  <a:gd name="connsiteX60" fmla="*/ 142879 w 197084"/>
                  <a:gd name="connsiteY60" fmla="*/ 120177 h 197115"/>
                  <a:gd name="connsiteX61" fmla="*/ 75065 w 197084"/>
                  <a:gd name="connsiteY61" fmla="*/ 142372 h 19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97084" h="197115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BC651BD1-CEAD-B780-2376-2D7707D8DF10}"/>
                  </a:ext>
                </a:extLst>
              </p:cNvPr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avLst/>
                <a:gdLst>
                  <a:gd name="connsiteX0" fmla="*/ 79381 w 79381"/>
                  <a:gd name="connsiteY0" fmla="*/ 39691 h 79381"/>
                  <a:gd name="connsiteX1" fmla="*/ 39691 w 79381"/>
                  <a:gd name="connsiteY1" fmla="*/ 79381 h 79381"/>
                  <a:gd name="connsiteX2" fmla="*/ 0 w 79381"/>
                  <a:gd name="connsiteY2" fmla="*/ 39691 h 79381"/>
                  <a:gd name="connsiteX3" fmla="*/ 39691 w 79381"/>
                  <a:gd name="connsiteY3" fmla="*/ 0 h 79381"/>
                  <a:gd name="connsiteX4" fmla="*/ 79381 w 79381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1" h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1235350-DA32-4D3D-AF98-B200A140AAA8}"/>
              </a:ext>
            </a:extLst>
          </p:cNvPr>
          <p:cNvSpPr txBox="1"/>
          <p:nvPr/>
        </p:nvSpPr>
        <p:spPr>
          <a:xfrm>
            <a:off x="551447" y="6370868"/>
            <a:ext cx="8964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용량제한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 내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(100MB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기능별 소개 음성 포함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파일형태로 제출 가능</a:t>
            </a:r>
          </a:p>
        </p:txBody>
      </p: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0850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7316AC48-FB9E-B12B-E3BC-DC5404211B32}"/>
              </a:ext>
            </a:extLst>
          </p:cNvPr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 결과물에 대한 프로젝트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기획 의도와의 부합 정도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실무 활용 가능 정도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달성도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완성도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등</a:t>
              </a:r>
              <a:b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훈련생의 자체적인 평가 의견과 느낀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점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F9C6E5-5CF0-4ADD-53E6-0361985783EC}"/>
                </a:ext>
              </a:extLst>
            </p:cNvPr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사전 기획의 관점에서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결과물에 대한 완성도 평가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(10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점 만점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304AE5-695E-DC8E-35C4-7970ECA23F32}"/>
                </a:ext>
              </a:extLst>
            </p:cNvPr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결과물의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추후 개선점이나 보완할 점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등 내용 정리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프로젝트를 수행하면서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느낀 점이나</a:t>
              </a:r>
              <a:r>
                <a:rPr lang="en-US" altLang="ko-KR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E025A8C-5815-C97A-B3AE-8F5FE071600F}"/>
                </a:ext>
              </a:extLst>
            </p:cNvPr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19653C-5E68-CF3A-C029-6588E11E539A}"/>
                </a:ext>
              </a:extLst>
            </p:cNvPr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개인 또는 우리 팀이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잘한 부분과 아쉬운 점</a:t>
              </a:r>
              <a:endPara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+mj-ea"/>
                <a:ea typeface="+mj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ABFA61-909C-6DFC-2F3E-B5C44522F4AE}"/>
                </a:ext>
              </a:extLst>
            </p:cNvPr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모델 평가 결과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정확도가 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00.00%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</a:t>
              </a:r>
              <a:b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 향상을 위해 모델 추후 개선 필요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AD969652-523C-023E-663E-3084DFB93342}"/>
                </a:ext>
              </a:extLst>
            </p:cNvPr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예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9" name="_x278651016" descr="EMB0000378c3f3d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853</Words>
  <Application>Microsoft Office PowerPoint</Application>
  <PresentationFormat>와이드스크린</PresentationFormat>
  <Paragraphs>173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맑은 고딕</vt:lpstr>
      <vt:lpstr>맑은 고딕 Semilight</vt:lpstr>
      <vt:lpstr>세방고딕 Bold</vt:lpstr>
      <vt:lpstr>세방고딕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이근형</cp:lastModifiedBy>
  <cp:revision>24</cp:revision>
  <dcterms:created xsi:type="dcterms:W3CDTF">2023-12-20T03:00:25Z</dcterms:created>
  <dcterms:modified xsi:type="dcterms:W3CDTF">2025-10-31T08:43:36Z</dcterms:modified>
</cp:coreProperties>
</file>