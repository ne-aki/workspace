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1" autoAdjust="0"/>
    <p:restoredTop sz="94660"/>
  </p:normalViewPr>
  <p:slideViewPr>
    <p:cSldViewPr snapToGrid="0">
      <p:cViewPr varScale="1">
        <p:scale>
          <a:sx n="109" d="100"/>
          <a:sy n="109" d="100"/>
        </p:scale>
        <p:origin x="67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49E124E-D821-4FFC-DEB7-5CDCFE838C5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7CE2ACC2-CE44-F96D-A9F5-E550F06F357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B98CC437-252D-E121-2380-DDFD4A43E7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FFCD762-7400-DBE0-9735-3E209DA521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02BF3A7F-3513-B43B-86E7-CE00B0778B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98223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1A4E697-A87B-5BB6-7A46-A7BFA19C2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6CC8A81-369E-7106-F318-F492E69108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C559E90-9181-F315-45F6-8680FD54C8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2C0BF32A-B8CB-6933-2139-AB6BDB18DD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7BA8671-B202-51D5-B6BF-CD86979D1F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3357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65EBFB7-DC99-7E9B-56AC-1FF67029FA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E7491224-31C5-35CC-77B4-6DAE7920E41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307BEB7-D806-56AB-3159-7787D16300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EBD1B14-5873-5794-BB6A-6C7F24A25F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1F36CBE3-2915-4405-E8D2-463822BB2F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103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34A4EDA-A014-41F0-94CC-908426117F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D8F3953-5AAF-E7E1-26AD-D6539B3F9B9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3569300B-0E9B-7704-7750-3943F21C231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1EF2DEFA-5621-5ECF-41B6-50286C6CEF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AC77F39B-AC5F-ADA6-6DF0-C38229B694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09E6F651-2C33-026B-88B3-F4E21C95B6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1252339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F70307-5849-B368-8B3C-6788D73D4A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DF97439-409D-5636-A4D0-C7467A5179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EA01AF95-1B70-2355-5EF4-188189D89F4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3F2B6EB0-AFF2-CCA1-D275-0277E36BDC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E8D9A390-F63C-17AC-988A-3EF1EC6352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CE32C275-F18A-67C5-9412-8DA80EB71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5712B6CF-E25F-708E-737F-E8BD6348FA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B0B7A383-2A02-B073-BF06-66345DE3C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96910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2807413-0006-CDFD-3712-BC87D55E00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F940A9B8-6EC0-FA36-FBC9-49A901FF65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9994ECFB-0225-B491-FA8C-15526D1127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1F0C89D-7A8C-071C-20C6-523F1C7486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403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B9EA49AD-BC86-8824-17D3-604DF62C01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38F78BAB-4A6B-0528-06DF-88E06FA0A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8489D1-00FE-4B2A-1FB1-DFB9E05385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50515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49A9828-3E19-B114-4A08-DC8B2B018C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074301-D06C-E023-81AA-0D095C5798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81BA3D07-E4D5-66F0-F8D4-E98432E512B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8CD7BF4-D93C-1483-8621-5C5FD3F085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1870BD28-7D31-BBD2-719B-6FC077AFEE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FF41D3A5-418B-EF91-EF1D-2C2CDC14CEB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647034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5FD52D0-BE67-01D9-7425-6DE4146F3E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C104224-4B3E-8DF4-13D3-3EBA1263AF0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68947B46-91E0-9CD4-FC1D-9494102D7CE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78392472-B723-579E-C4D0-22B88F359A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351398C5-E8D3-4C76-688D-712CCCE13A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4B4DBD60-7037-3D03-0B91-0B656DC5F1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879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E14C63E-935D-2D65-BDB9-F9C4915358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1520E323-C9D0-CEF1-60E5-7EF3D2128A2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282D28FC-E816-0F73-DE0D-6DB9928CE9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B441A092-4C09-681F-4F6B-327342FE20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38AB4FB-F0A0-0746-7644-19CEF22446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640087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C12F86EC-3CD0-5ACE-F085-B048FB93285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581DA575-B373-6505-2D75-693260F5D3F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FE43292-42CA-F24D-E752-8904364298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1C571A-F36F-014B-2FB1-096ECA1F08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47F62D94-AB59-2651-5072-FBEF03C6C2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481874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6C4829A8-26B5-7180-0DD9-98DA5E2F57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469639FC-7E2E-FCEA-0913-2CA13B7D42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805E2FC-956D-A7C4-226F-728FF75151D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EE407BE-C741-475E-BFBC-8B5C58E33ED2}" type="datetimeFigureOut">
              <a:rPr lang="ko-KR" altLang="en-US" smtClean="0"/>
              <a:t>2024-11-01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0A59C442-6BF7-A291-596C-FD23216BC30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6B70E16-775F-A0F6-21F9-A2366F758A5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5A41B6-C070-4051-935F-0515C24C26F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902595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>
            <a:extLst>
              <a:ext uri="{FF2B5EF4-FFF2-40B4-BE49-F238E27FC236}">
                <a16:creationId xmlns:a16="http://schemas.microsoft.com/office/drawing/2014/main" id="{30B4BBBA-B781-3E93-4AEA-BD1FA79A98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ko-KR" altLang="en-US" dirty="0"/>
              <a:t>직무분석 테이블</a:t>
            </a:r>
          </a:p>
        </p:txBody>
      </p:sp>
      <p:graphicFrame>
        <p:nvGraphicFramePr>
          <p:cNvPr id="6" name="내용 개체 틀 5">
            <a:extLst>
              <a:ext uri="{FF2B5EF4-FFF2-40B4-BE49-F238E27FC236}">
                <a16:creationId xmlns:a16="http://schemas.microsoft.com/office/drawing/2014/main" id="{08C1F06F-C215-BCB6-4400-87BF4F1E583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51378456"/>
              </p:ext>
            </p:extLst>
          </p:nvPr>
        </p:nvGraphicFramePr>
        <p:xfrm>
          <a:off x="838200" y="1825624"/>
          <a:ext cx="10515600" cy="424341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52600">
                  <a:extLst>
                    <a:ext uri="{9D8B030D-6E8A-4147-A177-3AD203B41FA5}">
                      <a16:colId xmlns:a16="http://schemas.microsoft.com/office/drawing/2014/main" val="33038037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552224192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33579066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498319481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1379988673"/>
                    </a:ext>
                  </a:extLst>
                </a:gridCol>
                <a:gridCol w="1752600">
                  <a:extLst>
                    <a:ext uri="{9D8B030D-6E8A-4147-A177-3AD203B41FA5}">
                      <a16:colId xmlns:a16="http://schemas.microsoft.com/office/drawing/2014/main" val="2658354126"/>
                    </a:ext>
                  </a:extLst>
                </a:gridCol>
              </a:tblGrid>
              <a:tr h="1317335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1. </a:t>
                      </a:r>
                      <a:r>
                        <a:rPr lang="ko-KR" altLang="en-US" dirty="0"/>
                        <a:t>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2. </a:t>
                      </a:r>
                      <a:r>
                        <a:rPr lang="ko-KR" altLang="en-US" dirty="0"/>
                        <a:t>과업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3. </a:t>
                      </a:r>
                      <a:r>
                        <a:rPr lang="ko-KR" altLang="en-US" dirty="0"/>
                        <a:t>주된 문제</a:t>
                      </a:r>
                      <a:r>
                        <a:rPr lang="en-US" altLang="ko-KR" dirty="0"/>
                        <a:t>/</a:t>
                      </a:r>
                      <a:r>
                        <a:rPr lang="ko-KR" altLang="en-US" dirty="0"/>
                        <a:t>해결과제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4. </a:t>
                      </a:r>
                      <a:r>
                        <a:rPr lang="ko-KR" altLang="en-US" dirty="0"/>
                        <a:t>해결방법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dirty="0"/>
                        <a:t>5. </a:t>
                      </a:r>
                      <a:r>
                        <a:rPr lang="ko-KR" altLang="en-US" dirty="0"/>
                        <a:t>필요 역할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 smtClean="0"/>
                        <a:t>사례</a:t>
                      </a:r>
                      <a:endParaRPr lang="ko-KR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234253789"/>
                  </a:ext>
                </a:extLst>
              </a:tr>
              <a:tr h="13895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해외고객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해외고객에게 판매하기 위해 상품분석</a:t>
                      </a:r>
                      <a:r>
                        <a:rPr lang="en-US" altLang="ko-KR" dirty="0"/>
                        <a:t>, </a:t>
                      </a:r>
                      <a:r>
                        <a:rPr lang="ko-KR" altLang="en-US" dirty="0"/>
                        <a:t>해외시장 조사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해외에 관해 조사를 해야 하는데 그 나라 언어를 알아야 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그 나라 언어를 익히면 된다</a:t>
                      </a:r>
                      <a:r>
                        <a:rPr lang="en-US" altLang="ko-KR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언어능력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/>
                        <a:t>해외 시장에 대한 </a:t>
                      </a:r>
                      <a:r>
                        <a:rPr lang="ko-KR" altLang="en-US" dirty="0" smtClean="0"/>
                        <a:t>지식 </a:t>
                      </a:r>
                      <a:r>
                        <a:rPr lang="en-US" altLang="ko-KR" dirty="0" smtClean="0"/>
                        <a:t>&gt; </a:t>
                      </a:r>
                      <a:r>
                        <a:rPr lang="ko-KR" altLang="en-US" dirty="0" smtClean="0"/>
                        <a:t>분석력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 smtClean="0"/>
                        <a:t>전공 수업 등 어떻게 언어능력을 습득했는지</a:t>
                      </a:r>
                      <a:endParaRPr lang="en-US" altLang="ko-KR" sz="1400" dirty="0" smtClean="0"/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 smtClean="0"/>
                        <a:t>홍보책자 만든 사례</a:t>
                      </a:r>
                      <a:endParaRPr lang="ko-KR" altLang="en-US" sz="14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0714725"/>
                  </a:ext>
                </a:extLst>
              </a:tr>
              <a:tr h="1389581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잠재고객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잠재고객에게 협상하고 계약을 체결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해외시장이기에</a:t>
                      </a:r>
                      <a:r>
                        <a:rPr lang="en-US" altLang="ko-KR" sz="1800" dirty="0"/>
                        <a:t> </a:t>
                      </a:r>
                      <a:r>
                        <a:rPr lang="ko-KR" altLang="en-US" sz="1800" dirty="0"/>
                        <a:t>그 나라 문화의 정서에 맞지 않을 수 있다</a:t>
                      </a:r>
                      <a:r>
                        <a:rPr lang="en-US" altLang="ko-KR" sz="1800" dirty="0"/>
                        <a:t>.</a:t>
                      </a:r>
                      <a:endParaRPr lang="ko-KR" altLang="en-US" sz="18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800" dirty="0"/>
                        <a:t>협상을 잘해서 계약을 체결하거나 </a:t>
                      </a:r>
                      <a:r>
                        <a:rPr lang="ko-KR" altLang="en-US" sz="1800" dirty="0" err="1"/>
                        <a:t>그나라</a:t>
                      </a:r>
                      <a:r>
                        <a:rPr lang="ko-KR" altLang="en-US" sz="1800" dirty="0"/>
                        <a:t> 문화에 맞게 더 조사한다</a:t>
                      </a:r>
                      <a:r>
                        <a:rPr lang="en-US" altLang="ko-KR" sz="1800" dirty="0"/>
                        <a:t>.</a:t>
                      </a:r>
                      <a:endParaRPr lang="ko-KR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dirty="0"/>
                        <a:t>소통능력</a:t>
                      </a:r>
                      <a:endParaRPr lang="en-US" altLang="ko-KR" dirty="0"/>
                    </a:p>
                    <a:p>
                      <a:pPr algn="ctr" latinLnBrk="1"/>
                      <a:r>
                        <a:rPr lang="ko-KR" altLang="en-US" dirty="0" err="1" smtClean="0">
                          <a:solidFill>
                            <a:srgbClr val="FF0000"/>
                          </a:solidFill>
                        </a:rPr>
                        <a:t>협상능력</a:t>
                      </a:r>
                      <a:endParaRPr lang="en-US" altLang="ko-KR" dirty="0" smtClean="0">
                        <a:solidFill>
                          <a:srgbClr val="FF0000"/>
                        </a:solidFill>
                      </a:endParaRP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baseline="0" dirty="0" smtClean="0">
                          <a:solidFill>
                            <a:srgbClr val="FF0000"/>
                          </a:solidFill>
                        </a:rPr>
                        <a:t>도전 정신</a:t>
                      </a:r>
                      <a:r>
                        <a:rPr lang="en-US" altLang="ko-KR" baseline="0" dirty="0" smtClean="0">
                          <a:solidFill>
                            <a:srgbClr val="FF0000"/>
                          </a:solidFill>
                        </a:rPr>
                        <a:t>?</a:t>
                      </a:r>
                    </a:p>
                    <a:p>
                      <a:pPr marL="285750" indent="-285750" algn="ctr" latinLnBrk="1">
                        <a:buFont typeface="Wingdings" panose="05000000000000000000" pitchFamily="2" charset="2"/>
                        <a:buChar char="Ø"/>
                      </a:pPr>
                      <a:r>
                        <a:rPr lang="ko-KR" altLang="en-US" baseline="0" dirty="0" smtClean="0">
                          <a:solidFill>
                            <a:srgbClr val="FF0000"/>
                          </a:solidFill>
                        </a:rPr>
                        <a:t>도전</a:t>
                      </a:r>
                      <a:r>
                        <a:rPr lang="en-US" altLang="ko-KR" baseline="0" dirty="0" smtClean="0">
                          <a:solidFill>
                            <a:srgbClr val="FF0000"/>
                          </a:solidFill>
                        </a:rPr>
                        <a:t>, </a:t>
                      </a:r>
                      <a:r>
                        <a:rPr lang="ko-KR" altLang="en-US" baseline="0" dirty="0" smtClean="0">
                          <a:solidFill>
                            <a:srgbClr val="FF0000"/>
                          </a:solidFill>
                        </a:rPr>
                        <a:t>열정</a:t>
                      </a:r>
                      <a:endParaRPr lang="en-US" altLang="ko-KR" dirty="0" smtClean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en-US" altLang="ko-KR" sz="1400" dirty="0" smtClean="0"/>
                        <a:t>SNS</a:t>
                      </a:r>
                      <a:r>
                        <a:rPr lang="ko-KR" altLang="en-US" sz="1400" dirty="0" smtClean="0"/>
                        <a:t>활용한 소통</a:t>
                      </a:r>
                      <a:r>
                        <a:rPr lang="en-US" altLang="ko-KR" sz="1400" dirty="0" smtClean="0"/>
                        <a:t>(</a:t>
                      </a:r>
                      <a:r>
                        <a:rPr lang="ko-KR" altLang="en-US" sz="1400" dirty="0" smtClean="0"/>
                        <a:t>동아리</a:t>
                      </a:r>
                      <a:r>
                        <a:rPr lang="en-US" altLang="ko-KR" sz="1400" dirty="0" smtClean="0"/>
                        <a:t>)</a:t>
                      </a:r>
                    </a:p>
                    <a:p>
                      <a:pPr marL="285750" indent="-285750" algn="ctr" latinLnBrk="1">
                        <a:buFontTx/>
                        <a:buChar char="-"/>
                      </a:pPr>
                      <a:r>
                        <a:rPr lang="ko-KR" altLang="en-US" sz="1400" dirty="0" smtClean="0">
                          <a:solidFill>
                            <a:srgbClr val="FF0000"/>
                          </a:solidFill>
                        </a:rPr>
                        <a:t>도전 관련 사례 필요</a:t>
                      </a:r>
                      <a:endParaRPr lang="ko-KR" altLang="en-US" sz="1400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8280263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85112293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</TotalTime>
  <Words>106</Words>
  <Application>Microsoft Office PowerPoint</Application>
  <PresentationFormat>와이드스크린</PresentationFormat>
  <Paragraphs>25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5" baseType="lpstr">
      <vt:lpstr>맑은 고딕</vt:lpstr>
      <vt:lpstr>Arial</vt:lpstr>
      <vt:lpstr>Wingdings</vt:lpstr>
      <vt:lpstr>Office 테마</vt:lpstr>
      <vt:lpstr>직무분석 테이블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직무분석 테이블</dc:title>
  <dc:creator>이근형</dc:creator>
  <cp:lastModifiedBy>국민취업지원팀_박서은</cp:lastModifiedBy>
  <cp:revision>5</cp:revision>
  <dcterms:created xsi:type="dcterms:W3CDTF">2024-10-31T15:41:35Z</dcterms:created>
  <dcterms:modified xsi:type="dcterms:W3CDTF">2024-11-01T01:39:43Z</dcterms:modified>
</cp:coreProperties>
</file>