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9E124E-D821-4FFC-DEB7-5CDCFE838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E2ACC2-CE44-F96D-A9F5-E550F06F3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8CC437-252D-E121-2380-DDFD4A43E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FCD762-7400-DBE0-9735-3E209DA52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BF3A7F-3513-B43B-86E7-CE00B077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822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A4E697-A87B-5BB6-7A46-A7BFA19C2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CC8A81-369E-7106-F318-F492E6910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559E90-9181-F315-45F6-8680FD54C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0BF32A-B8CB-6933-2139-AB6BDB18D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BA8671-B202-51D5-B6BF-CD86979D1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35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5EBFB7-DC99-7E9B-56AC-1FF67029F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491224-31C5-35CC-77B4-6DAE7920E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07BEB7-D806-56AB-3159-7787D1630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BD1B14-5873-5794-BB6A-6C7F24A25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36CBE3-2915-4405-E8D2-463822BB2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039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A4EDA-A014-41F0-94CC-908426117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8F3953-5AAF-E7E1-26AD-D6539B3F9B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69300B-0E9B-7704-7750-3943F21C2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2DEFA-5621-5ECF-41B6-50286C6CE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77F39B-AC5F-ADA6-6DF0-C38229B69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E6F651-2C33-026B-88B3-F4E21C95B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523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F70307-5849-B368-8B3C-6788D73D4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F97439-409D-5636-A4D0-C7467A517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01AF95-1B70-2355-5EF4-188189D89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2B6EB0-AFF2-CCA1-D275-0277E36BDC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8D9A390-F63C-17AC-988A-3EF1EC6352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32C275-F18A-67C5-9412-8DA80EB71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712B6CF-E25F-708E-737F-E8BD6348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0B7A383-2A02-B073-BF06-66345DE3C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910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807413-0006-CDFD-3712-BC87D55E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940A9B8-6EC0-FA36-FBC9-49A901FF6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94ECFB-0225-B491-FA8C-15526D112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1F0C89D-7A8C-071C-20C6-523F1C74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039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EA49AD-BC86-8824-17D3-604DF62C0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8F78BAB-4A6B-0528-06DF-88E06FA0A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8489D1-00FE-4B2A-1FB1-DFB9E053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51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A9828-3E19-B114-4A08-DC8B2B018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074301-D06C-E023-81AA-0D095C579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BA3D07-E4D5-66F0-F8D4-E98432E51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CD7BF4-D93C-1483-8621-5C5FD3F08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70BD28-7D31-BBD2-719B-6FC077AFE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41D3A5-418B-EF91-EF1D-2C2CDC14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703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D52D0-BE67-01D9-7425-6DE4146F3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C104224-4B3E-8DF4-13D3-3EBA1263AF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947B46-91E0-9CD4-FC1D-9494102D7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392472-B723-579E-C4D0-22B88F359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1398C5-E8D3-4C76-688D-712CCCE13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4DBD60-7037-3D03-0B91-0B656DC5F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79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14C63E-935D-2D65-BDB9-F9C491535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20E323-C9D0-CEF1-60E5-7EF3D2128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2D28FC-E816-0F73-DE0D-6DB9928CE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41A092-4C09-681F-4F6B-327342FE2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8AB4FB-F0A0-0746-7644-19CEF2244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008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12F86EC-3CD0-5ACE-F085-B048FB9328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1DA575-B373-6505-2D75-693260F5D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E43292-42CA-F24D-E752-890436429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1C571A-F36F-014B-2FB1-096ECA1F0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F62D94-AB59-2651-5072-FBEF03C6C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187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C4829A8-26B5-7180-0DD9-98DA5E2F5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9639FC-7E2E-FCEA-0913-2CA13B7D4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05E2FC-956D-A7C4-226F-728FF7515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59C442-6BF7-A291-596C-FD23216BC3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B70E16-775F-A0F6-21F9-A2366F758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259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0B4BBBA-B781-3E93-4AEA-BD1FA79A9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직무분석 테이블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08C1F06F-C215-BCB6-4400-87BF4F1E58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3608187"/>
              </p:ext>
            </p:extLst>
          </p:nvPr>
        </p:nvGraphicFramePr>
        <p:xfrm>
          <a:off x="838200" y="1825624"/>
          <a:ext cx="10515600" cy="4096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3038037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5222419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5790668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9831948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79988673"/>
                    </a:ext>
                  </a:extLst>
                </a:gridCol>
              </a:tblGrid>
              <a:tr h="13173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1. </a:t>
                      </a:r>
                      <a:r>
                        <a:rPr lang="ko-KR" altLang="en-US" dirty="0"/>
                        <a:t>고객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2. </a:t>
                      </a:r>
                      <a:r>
                        <a:rPr lang="ko-KR" altLang="en-US" dirty="0"/>
                        <a:t>과업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3. </a:t>
                      </a:r>
                      <a:r>
                        <a:rPr lang="ko-KR" altLang="en-US" dirty="0"/>
                        <a:t>주된 문제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해결과제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4. </a:t>
                      </a:r>
                      <a:r>
                        <a:rPr lang="ko-KR" altLang="en-US" dirty="0"/>
                        <a:t>해결방법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5. </a:t>
                      </a:r>
                      <a:r>
                        <a:rPr lang="ko-KR" altLang="en-US" dirty="0"/>
                        <a:t>필요 역할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253789"/>
                  </a:ext>
                </a:extLst>
              </a:tr>
              <a:tr h="13895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해외고객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해외고객에게 판매하기 위해 상품분석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해외시장 조사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해외에 관해 조사를 해야 하는데 그 나라 언어를 알아야 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그 나라 언어를 익히면 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언어능력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해외 시장에 대한 지식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714725"/>
                  </a:ext>
                </a:extLst>
              </a:tr>
              <a:tr h="13895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잠재고객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잠재고객에게 협상하고 계약을 체결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해외시장이기에</a:t>
                      </a:r>
                      <a:r>
                        <a:rPr lang="en-US" altLang="ko-KR" sz="1800" dirty="0"/>
                        <a:t> </a:t>
                      </a:r>
                      <a:r>
                        <a:rPr lang="ko-KR" altLang="en-US" sz="1800" dirty="0"/>
                        <a:t>그 나라 문화의 정서에 맞지 않을 수 있다</a:t>
                      </a:r>
                      <a:r>
                        <a:rPr lang="en-US" altLang="ko-KR" sz="1800" dirty="0"/>
                        <a:t>.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협상을 잘해서 계약을 체결하거나 </a:t>
                      </a:r>
                      <a:r>
                        <a:rPr lang="ko-KR" altLang="en-US" sz="1800" dirty="0" err="1"/>
                        <a:t>그나라</a:t>
                      </a:r>
                      <a:r>
                        <a:rPr lang="ko-KR" altLang="en-US" sz="1800" dirty="0"/>
                        <a:t> 문화에 맞게 더 조사한다</a:t>
                      </a:r>
                      <a:r>
                        <a:rPr lang="en-US" altLang="ko-KR" sz="1800" dirty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소통능력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협상능력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2802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122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78</Words>
  <Application>Microsoft Office PowerPoint</Application>
  <PresentationFormat>와이드스크린</PresentationFormat>
  <Paragraphs>18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직무분석 테이블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이근형</dc:creator>
  <cp:lastModifiedBy>이근형</cp:lastModifiedBy>
  <cp:revision>3</cp:revision>
  <dcterms:created xsi:type="dcterms:W3CDTF">2024-10-31T15:41:35Z</dcterms:created>
  <dcterms:modified xsi:type="dcterms:W3CDTF">2024-11-01T00:05:55Z</dcterms:modified>
</cp:coreProperties>
</file>