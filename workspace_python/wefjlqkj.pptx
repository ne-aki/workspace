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2A579C-1E69-4621-96BE-D989DD1393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568ECCF-0D98-4302-868F-1E7B98567B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2A9D76-8C50-4923-867C-BA9E9554C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31A95-6163-49A5-A90A-FD75310F761F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46939D-9B90-403F-8173-F7F801A1C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27EE4C-8903-4337-A7C2-25EB0DAC0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A86E8-C260-49D7-ABC2-1655B86863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6275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8C0461-A1D1-49FF-AA9C-0F53059BC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8097DB-48CC-46B2-B1C8-6918195425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870072-1BDF-48BE-AA3A-48EAA6301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31A95-6163-49A5-A90A-FD75310F761F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BC14F1-C16A-47C4-AF38-E711AE459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8BF7B4-D22C-4666-9D7A-F8CBD7477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A86E8-C260-49D7-ABC2-1655B86863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3760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632F02-0BCC-404F-B878-C7E24A235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A323DD-567B-455C-AAF0-FDA9B4621A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9673E0-DECB-4B84-A70E-B070DE469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31A95-6163-49A5-A90A-FD75310F761F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17DEC3-3F29-48C9-AC05-4C85E2227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12C8D6-DB87-49C5-942B-96221BAA8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A86E8-C260-49D7-ABC2-1655B86863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7509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4E5743-D9A9-4D6B-B862-1AB29C7C8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CC3AC2-ADE7-4E1E-B470-7C5D1E1017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896C639-7829-4756-9D4C-A374E88051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028284A-BCDF-4715-9F2D-A629D0AEF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31A95-6163-49A5-A90A-FD75310F761F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66EFD3D-4AA1-42E9-9A3B-E7E78A83A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405FBD2-AF3D-429E-BB0D-EA1434D31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A86E8-C260-49D7-ABC2-1655B86863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3912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4E50CD-7545-4A76-B66A-7B6548DC8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0A6951-3C15-4C66-8E2E-8D44A8CCA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EA3FD7C-C248-4F87-9E72-2BDDDD6F40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17C46E4-D0BF-4338-A084-9C48DC76CB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BE39538-1CF4-498B-914E-FD2B6EDF76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E0D2E63-6578-462E-8BF5-B5D637033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31A95-6163-49A5-A90A-FD75310F761F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415F643-9822-4359-9B75-67B9E4556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87E60F2-6AB2-46D5-89F3-DDCC329B9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A86E8-C260-49D7-ABC2-1655B86863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3867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4C65AD-2F80-4FEE-8A46-940449793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51DB589-72FE-4F85-AD49-E1EBDA2E8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31A95-6163-49A5-A90A-FD75310F761F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4C4DD7A-88E6-41BC-A48B-E2AEB1645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82CB7FC-DDF7-4DB5-A1D1-83B21CCAA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A86E8-C260-49D7-ABC2-1655B86863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1021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25B0D0A-F1B1-453C-9A56-3EFE32DA2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31A95-6163-49A5-A90A-FD75310F761F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16385A1-1A81-4CA4-A650-261E62B0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511C1F-9D0E-4CA3-A655-25D0B4F60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A86E8-C260-49D7-ABC2-1655B86863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5924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C73BC1-8E75-4EC0-8FC0-B1D4915BB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9BA5CA-370E-4348-BC54-CFFCF9192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C06A5CC-276A-4066-BC6D-EDD1454F23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6FB0F53-1EF3-436A-9085-1D1FBF14B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31A95-6163-49A5-A90A-FD75310F761F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48381EE-04F4-4936-BA9E-ABD26920E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8F55408-7F9C-46F1-A40C-F54DBF8EE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A86E8-C260-49D7-ABC2-1655B86863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0873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220FB3-9F55-4022-89D5-126ABF993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645A193-2C06-465F-9242-F8B00DD05F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C025BB3-AC41-4C27-9962-C970479A1C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56E660C-7E18-4E11-9472-6E8F82F2E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31A95-6163-49A5-A90A-FD75310F761F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033F435-4B9A-4C35-BFA4-FAF76356A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53A48BA-AB5B-429D-8559-92361553E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A86E8-C260-49D7-ABC2-1655B86863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8750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7DB7EC-460B-422E-9ED3-C9AC0BAD0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3EE3BB3-5C65-45DB-B537-E21373194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D64C8B-01F3-4BD5-956E-7F4C0EF92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31A95-6163-49A5-A90A-FD75310F761F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DFEACC-27CF-4C02-BB0E-7ABB7DE8E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51F59A-BD49-4F5F-B346-86F84B2C5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A86E8-C260-49D7-ABC2-1655B86863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271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4C2F4AA-6105-488F-A8C4-9E10472F70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39C4010-6A82-48F5-955E-641A3F4CEB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7FD34A-3C0F-4AEF-AEAE-086D01642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31A95-6163-49A5-A90A-FD75310F761F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D83872-2D69-42F9-859D-AB9F1DB40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73534F-D6DA-41BD-9B5B-EF9F702E8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A86E8-C260-49D7-ABC2-1655B86863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9554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1F7B462-7FF1-4B95-AD59-A1A01BBAC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E5DD3C7-6522-4C3C-808F-FCB7961DB7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BA2738-241F-44CB-BC06-C754C04203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131A95-6163-49A5-A90A-FD75310F761F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80BC45-229C-4822-8006-A205F80B84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437DC8-5787-4AF9-8575-6D08B77FD6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3A86E8-C260-49D7-ABC2-1655B86863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0756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25448F-B852-4627-8980-6DA1FA0952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4635862-5C30-4E72-9214-772BD0AAB3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3819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GRS</dc:creator>
  <cp:lastModifiedBy>GRS</cp:lastModifiedBy>
  <cp:revision>1</cp:revision>
  <dcterms:created xsi:type="dcterms:W3CDTF">2025-10-21T07:08:59Z</dcterms:created>
  <dcterms:modified xsi:type="dcterms:W3CDTF">2025-10-21T07:09:02Z</dcterms:modified>
</cp:coreProperties>
</file>